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1828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71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Bagging, Boosting, Random Forest, XGBoost ve LightGBM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ECS Hafta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457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F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yaklaşım: Bagging/Boosting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Kalabalık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F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Bilgeliği prensibine dayalı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383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F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kazanış oranı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Nedir?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Modelleri Birleştirerek Güç Kazanma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2860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modelin bir araya getirilerek daha güçlü bir model oluşturulması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64008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Kalabalığın Bilgeliği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sayıda zayıf öğrenici → güçlü öğrenici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463040"/>
            <a:ext cx="64008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Varyans Azaltma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ile model varyansını düşür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64008" cy="1600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Azaltma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ile modelin biasını düşür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00400"/>
            <a:ext cx="64008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 farklı hata yapmalı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vs Boosting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Ana Yaklaşım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Paralel eğitim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Rastgele veri alt kümeleri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Varyansı düşürür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Overfitting'e dayanıklı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Örnek: Random Forest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56616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735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Oylama / Ortalama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Sıralı eğitim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Hatalı tahminlere ağırlık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Biası düşürür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Overfitting riski daha yüksek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Örnek: XGBoost, LightGBM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365760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73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Ağırlıklı Toplam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 Tabanlı Bagging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566160"/>
          </a:xfrm>
          <a:prstGeom prst="rect">
            <a:avLst/>
          </a:prstGeom>
          <a:solidFill>
            <a:srgbClr val="F7FCFA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sayıda karar ağacı + rastgele öznitelik seçimi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ağaç farklı veri alt kümesiyle eğitilir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8932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Sınıflandırma: çoğunluk oylaması • Regresyon: ortalama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Avantajları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doğruluk • Overfitting'e dayanıklı • Paralelleştirilebilir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118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Dezavantajları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Yorumlanabilirlik düşük • Eğitim süresi uzun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93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715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RandomForestClassifier(n_estimators=100, max_depth=10)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Sanatı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 — optimize edilmiş versiyonu.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yeni ağaç, önceki modelin hatalarını (residuals) öğrenir.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L1 ve L2 regularizasyon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Paralel ağaç oluşturma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Cache-aware erişim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Eksik değer desteği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Parametreler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374904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7007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17007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 sayısı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374904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951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229514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 derinliği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834640"/>
            <a:ext cx="374904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88950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28895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hızı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429000"/>
            <a:ext cx="3749040" cy="530352"/>
          </a:xfrm>
          <a:prstGeom prst="rect">
            <a:avLst/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838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34838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örnekleme oranı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Microsoft'un Hızlı Gradient Boosting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286000" cy="320040"/>
          </a:xfrm>
          <a:prstGeom prst="rect">
            <a:avLst/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097280"/>
            <a:ext cx="2286000" cy="320040"/>
          </a:xfrm>
          <a:prstGeom prst="rect">
            <a:avLst/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2286000" cy="320040"/>
          </a:xfrm>
          <a:prstGeom prst="rect">
            <a:avLst/>
          </a:prstGeom>
          <a:solidFill>
            <a:srgbClr val="1453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Guestrin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 Büyümesi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Level-wise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(daha hızlı)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(hızlı)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Öznitelik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gerekli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destek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9748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80560"/>
            <a:ext cx="8412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from lightgbm import LGBMClassifier  |  Büyük veri setlerinde XGBoost'tan daha hızlı ve verimli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Önemi Analizi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Impurity-based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/ Entropi düşüşüne göre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64008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508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karıştırılınca performans düşüşü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64008" cy="20116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508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tahmin için öznitelik katkısı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841248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importance erişimi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feature_importance = model.feature_importances_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Görselleştirme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plt.barh(feature_names, feature_importance)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C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Modeli anlama ve öznitelik seçimi için kritik araç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 Optimizasyonu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ve RandomizedSearchCV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kombinasyonları sistematik olarak dener.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ile her kombinasyon değerlendirilir.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olduğu durum: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Küçük parametre uzayı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Kesin sonuç gerekli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Bilgisayar gücü bol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örnekleme — büyük arama uzaylarında verimli.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ve pratik bir alternatif.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60604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olduğu durum: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Büyük parametre uzayı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Hızlı sonuç gerekli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Sınırlı kaynaklar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Önleme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Düzeyinde ve Veri Düzeyinde Stratejiler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64008" cy="3566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Düzeyinde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max_depth sınırlama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min_samples_split artırma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22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n_estimators dengeleme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06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learning_rate düşürme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L1/L2 regularizasyon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64008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Düzeyinde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Eğitim verisini artırma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938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Feature selection uygulama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Early stopping kullanma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706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Cross-validation kullanma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Subsample oranı ayarlama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ve Sonuç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6459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743200" cy="1554480"/>
          </a:xfrm>
          <a:prstGeom prst="rect">
            <a:avLst/>
          </a:prstGeom>
          <a:solidFill>
            <a:srgbClr val="1F4D3E"/>
          </a:solidFill>
          <a:ln w="12700">
            <a:solidFill>
              <a:srgbClr val="4D7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fazla modeli birleştirerek daha güçlü sistem oluşturun.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554480"/>
          </a:xfrm>
          <a:prstGeom prst="rect">
            <a:avLst/>
          </a:prstGeom>
          <a:solidFill>
            <a:srgbClr val="1F4D3E"/>
          </a:solidFill>
          <a:ln w="12700">
            <a:solidFill>
              <a:srgbClr val="4D7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78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vs Boosting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varyansı azaltır, Boosting biası azaltır.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743200" cy="1554480"/>
          </a:xfrm>
          <a:prstGeom prst="rect">
            <a:avLst/>
          </a:prstGeom>
          <a:solidFill>
            <a:srgbClr val="1F4D3E"/>
          </a:solidFill>
          <a:ln w="12700">
            <a:solidFill>
              <a:srgbClr val="4D7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05840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78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220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Basit, güçlü ve hızlı. Çoğu probleme başlangıç çözüm.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2743200" cy="1554480"/>
          </a:xfrm>
          <a:prstGeom prst="rect">
            <a:avLst/>
          </a:prstGeom>
          <a:solidFill>
            <a:srgbClr val="1F4D3E"/>
          </a:solidFill>
          <a:ln w="12700">
            <a:solidFill>
              <a:srgbClr val="4D7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697480"/>
            <a:ext cx="27432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XGBoost/LightGBM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Kaggle'da kazanan yaklaşımlar. Maksimum performans için.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697480"/>
            <a:ext cx="2743200" cy="1554480"/>
          </a:xfrm>
          <a:prstGeom prst="rect">
            <a:avLst/>
          </a:prstGeom>
          <a:solidFill>
            <a:srgbClr val="1F4D3E"/>
          </a:solidFill>
          <a:ln w="12700">
            <a:solidFill>
              <a:srgbClr val="4D7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69748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8328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Analizi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ile modeli anlayın ve iyileştirin.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697480"/>
            <a:ext cx="2743200" cy="1554480"/>
          </a:xfrm>
          <a:prstGeom prst="rect">
            <a:avLst/>
          </a:prstGeom>
          <a:solidFill>
            <a:srgbClr val="1F4D3E"/>
          </a:solidFill>
          <a:ln w="12700">
            <a:solidFill>
              <a:srgbClr val="4D7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697480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7706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220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GridSearch/RandomSearch ile optimal parametreleri bulun.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0F3D2D"/>
          </a:solidFill>
          <a:ln w="12700">
            <a:solidFill>
              <a:srgbClr val="0F3D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074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modeller, makine öğrenmesinde en güçlü silahlarınızdan biridir. Doğru kombinasyon, asıl başarının sırrıdır.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Modeller</dc:title>
  <dc:subject>PptxGenJS Presentation</dc:subject>
  <dc:creator>Dr. Murat Altun</dc:creator>
  <cp:lastModifiedBy>Dr. Murat Altun</cp:lastModifiedBy>
  <cp:revision>1</cp:revision>
  <dcterms:created xsi:type="dcterms:W3CDTF">2026-04-07T16:16:39Z</dcterms:created>
  <dcterms:modified xsi:type="dcterms:W3CDTF">2026-04-07T16:16:39Z</dcterms:modified>
</cp:coreProperties>
</file>