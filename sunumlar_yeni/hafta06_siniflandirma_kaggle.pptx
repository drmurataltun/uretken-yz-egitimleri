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Algoritmalarıve Kaggle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20116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71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Regresyon, KNN, Karar Ağacı ve Model Değerlendirme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ECS Hafta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F0D0F"/>
          </a:solidFill>
          <a:ln w="12700">
            <a:solidFill>
              <a:srgbClr val="2F0D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457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türü: Binary/Multiclass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algoritmalar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güvenilir metrik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Tahmini ve Problem Türleri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önceden tanımlı kategorilere ayırma.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(X) → Kategori (y) tahmini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Örnekleri: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E-posta: Spam / Spam Değil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Tıp: Hastalık Var / Yok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Banka: Kredi Onayı / 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Görüntü: Kedi / Köpek / Kuş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Türleri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37490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(Binary)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sınıf (Evet/Hayır)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37490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sınıf (A/B/C)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37490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Etiketli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etiket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ve Olasılık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LogisticRegression)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StandardScaler)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Tahmin ve doğruluk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model.score(X_test, y_test)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64008" cy="1645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Fonksiyonu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840480" cy="6400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 = 1 / (1 + e⁻ᶻ)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834640"/>
            <a:ext cx="64008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Basit ve yorumlanabilir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Olasılık çıktısı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Hızlı eğitim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ve Karar Ağacı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 ve Kural Tabanlı Algoritmaları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 (KNN)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veri noktasını k komşusuna göre sınıflar.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 oyu ile karar verir.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learning — eğitim yok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Değeri Seçimi: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Küçük k → Overfitting riski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Büyük k → Underfitting riski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 sayı tercih edilir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düğümde bir öznitelik seçer.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değerine göre dallanır.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 düğümde sınıf kararı.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69748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Yorumlanabilir (beyaz kutu)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Ölçeklendirme gerektirmez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importance verir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Matrisi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TP, TN, FP, FN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Pozitif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Negatif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Alarm (Tip I)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Kaçırılan Vaka (Tip II)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36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[[TN   FP]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[FN   TP]]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Türetilen Metrikler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Toplam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 → Kesinlik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 → Duyarlılık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2×(P×R)/(P+R)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 ve AUC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vs TPR grafiği.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eşik değerlerindeki performans.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üst köşeye yakın = İyi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535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= Yanlış Pozitif Oranı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= Doğru Pozitif Oranı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(Area Under Curve)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109728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19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tahmin (kötü)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40280"/>
            <a:ext cx="109728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13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0.7-0.8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240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edilebilir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109728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0.8-0.9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8346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429000"/>
            <a:ext cx="109728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021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0.9-1.0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429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65760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307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Dengeli olmayan verilerde AUC, Accuracy'den daha güvenilirdir.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Doğrulama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 Validation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cross_val_score)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 X_scaled, 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scoring='accuracy')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print(f"Skorlar: {scores}")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print(f"Ort: {scores.mean():.4f}")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print(f"Std: {scores.std():.4f}")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64008" cy="1691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 parçaya bölünür. Her parça sırayla test seti olur.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8803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880360"/>
            <a:ext cx="64008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Daha güvenilir tahmin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Varyans bilgisi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 kullanımı optimized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Kültürü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Dünyanın En Büyük Veri Bilimi Platformu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Dünyanın en büyük veri bilimi platformu.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Yarışmalar, veri setleri, notebook'lar, tartışmalar.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bünyesinde ücretsiz.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Yarışmaları: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Titanic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House Prices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Digit Recognizer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 Süreci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 setini indir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EDA (keşif analizi)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Baseline model oluştur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optimizasyonu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Submission yap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Algoritmanın Özellikleri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10312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097280"/>
            <a:ext cx="210312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210312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12280" y="1097280"/>
            <a:ext cx="210312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Yaklaşım: Basit model (LR) → Karmaşık modeller → Cross validation ile karşılaştır → En iyi modeli seç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Temel Çıkarımlar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206240" cy="1600200"/>
          </a:xfrm>
          <a:prstGeom prst="rect">
            <a:avLst/>
          </a:prstGeom>
          <a:solidFill>
            <a:srgbClr val="5A1F1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20624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çıktı tahmin eder. Lojistik Regresyon başlangıç için idealdir.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600200"/>
          </a:xfrm>
          <a:prstGeom prst="rect">
            <a:avLst/>
          </a:prstGeom>
          <a:solidFill>
            <a:srgbClr val="5A1F1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42062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&amp; Metrikler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ile TP/TN/FP/FN analiz edin. AUC dengeli verilerde şarttır.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4206240" cy="1600200"/>
          </a:xfrm>
          <a:prstGeom prst="rect">
            <a:avLst/>
          </a:prstGeom>
          <a:solidFill>
            <a:srgbClr val="5A1F1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4320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Seçimi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mesafe-tabanlı, Karar Ağacı kural-tabanlıdır. Ensemble güçlüdür.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743200"/>
            <a:ext cx="4206240" cy="1600200"/>
          </a:xfrm>
          <a:prstGeom prst="rect">
            <a:avLst/>
          </a:prstGeom>
          <a:solidFill>
            <a:srgbClr val="5A1F1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4320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Yarışlarda pratikal yapın. Notebook'ları inceleyin. Ensemble ile kazanın.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3D0A0A"/>
          </a:solidFill>
          <a:ln w="12700">
            <a:solidFill>
              <a:srgbClr val="3D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Sınıflandırma, veri biliminin kalbidir. Doğru algoritma ve metrik seçimi başarının anahtarıdır.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Sınıflandırma Algoritmaları ve Kaggle</dc:title>
  <dc:subject>PptxGenJS Presentation</dc:subject>
  <dc:creator>Dr. Murat Altun</dc:creator>
  <cp:lastModifiedBy>Dr. Murat Altun</cp:lastModifiedBy>
  <cp:revision>1</cp:revision>
  <dcterms:created xsi:type="dcterms:W3CDTF">2026-04-07T16:16:39Z</dcterms:created>
  <dcterms:modified xsi:type="dcterms:W3CDTF">2026-04-07T16:16:39Z</dcterms:modified>
</cp:coreProperties>
</file>