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9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ve Capstone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</a:t>
            </a:r>
            <a:endParaRPr lang="en-US" sz="4600" dirty="0"/>
          </a:p>
        </p:txBody>
      </p:sp>
      <p:sp>
        <p:nvSpPr>
          <p:cNvPr id="3" name="Shape 1"/>
          <p:cNvSpPr/>
          <p:nvPr/>
        </p:nvSpPr>
        <p:spPr>
          <a:xfrm>
            <a:off x="548640" y="3200400"/>
            <a:ext cx="256032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33756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1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Yaşam Döngüsü, Deploy ve Proje Sunumu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43891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Murat Altun  · 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6858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0" y="13716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Yaşam döngüsü aşaması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75120" y="1965960"/>
            <a:ext cx="2011680" cy="2743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1031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00800" y="2788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seçeneği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0" y="3383280"/>
            <a:ext cx="2011680" cy="2743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35204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400800" y="42062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Otomasyon potansiyeli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Nedir?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+ DevOps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36576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Tanım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MLOps, machine learning modellerinin geliştirme, eğitim, deploy ve izleme süreçlerini profesyonelce yönetmektir. Yazılım geliştirme pratiklerini ML'ye uygular.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560320"/>
            <a:ext cx="37947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63347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Prinsiplerle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9718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Tekrarlanabilirlik (Reproducibility)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31927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Otomasyon (Automation)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3666744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İzleme (Monitoring)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401421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Sürüm Kontrolü (Versioning)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436168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Testi (Testing)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17720" y="1051560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1051560"/>
            <a:ext cx="64008" cy="36576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1430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 Döngüsü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37760" y="1554480"/>
            <a:ext cx="1280160" cy="640080"/>
          </a:xfrm>
          <a:prstGeom prst="rect">
            <a:avLst/>
          </a:prstGeom>
          <a:solidFill>
            <a:srgbClr val="F3E8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5544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223760" y="1554480"/>
            <a:ext cx="1280160" cy="640080"/>
          </a:xfrm>
          <a:prstGeom prst="rect">
            <a:avLst/>
          </a:prstGeom>
          <a:solidFill>
            <a:srgbClr val="F3E8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3760" y="15544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23760" y="2926080"/>
            <a:ext cx="1280160" cy="640080"/>
          </a:xfrm>
          <a:prstGeom prst="rect">
            <a:avLst/>
          </a:prstGeom>
          <a:solidFill>
            <a:srgbClr val="F3E8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0" y="29260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37760" y="2926080"/>
            <a:ext cx="1280160" cy="640080"/>
          </a:xfrm>
          <a:prstGeom prst="rect">
            <a:avLst/>
          </a:prstGeom>
          <a:solidFill>
            <a:srgbClr val="F3E8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9260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63640" y="1783080"/>
            <a:ext cx="82296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98080" y="2286000"/>
            <a:ext cx="36576" cy="59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63640" y="3154680"/>
            <a:ext cx="82296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2286000"/>
            <a:ext cx="36576" cy="59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74904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Monitor → Performans ↓ → Yeniden Eğit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Yaşam Döngüsü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Ana Aşama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64008" cy="1737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34440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12618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Tanımlama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" y="170992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gereksinimlerini anlama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109728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097280"/>
            <a:ext cx="64008" cy="1737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123444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886200" y="12618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Hazırlama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86200" y="170992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EDA, temizleme, feature eng.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35040" y="109728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1097280"/>
            <a:ext cx="64008" cy="17373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123444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720840" y="12618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Gelişt.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20840" y="170992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Eğitim, hiperparameter opt.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01752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017520"/>
            <a:ext cx="64008" cy="1737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315468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51560" y="31821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Değerlend.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51560" y="363016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Test, cross-val, metrikler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0" y="301752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0" y="3017520"/>
            <a:ext cx="64008" cy="1737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37560" y="3154680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3756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886200" y="31821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886200" y="363016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API, web app, mobil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035040" y="301752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35040" y="3017520"/>
            <a:ext cx="64008" cy="1737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72200" y="315468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7220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720840" y="31821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İzleme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Bakım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720840" y="363016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Perf. düşüşü, yeniden eğit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Kaydetme ve Yükleme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 ile Serilizasyon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3657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 ile Kaydetme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379476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600200"/>
            <a:ext cx="3520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import joblib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5800" y="1764792"/>
            <a:ext cx="3520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85800" y="1929384"/>
            <a:ext cx="3520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# Model eğitimi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85800" y="2093976"/>
            <a:ext cx="3520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model = RandomForest(...)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" y="2258568"/>
            <a:ext cx="3520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model.fit(X_train, y_train)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85800" y="2423160"/>
            <a:ext cx="3520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5800" y="2587752"/>
            <a:ext cx="3520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# Pipeline ile kaydet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5800" y="2752344"/>
            <a:ext cx="3520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from sklearn.pipeline import Pipeline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5800" y="2916936"/>
            <a:ext cx="3520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pipeline = Pipeline([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85800" y="3081528"/>
            <a:ext cx="3520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('scaler', StandardScaler()),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85800" y="3246120"/>
            <a:ext cx="3520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('model', model)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5800" y="3410712"/>
            <a:ext cx="3520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])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" y="3575304"/>
            <a:ext cx="3520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85800" y="3739896"/>
            <a:ext cx="3520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# Kaydetme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85800" y="3904488"/>
            <a:ext cx="3520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joblib.dump(pipeline,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5800" y="4069080"/>
            <a:ext cx="3520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'my_model.joblib')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48640" y="3429000"/>
            <a:ext cx="37947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52044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Avantajları: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Hızlı ve verimli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Pipeline kaydedebilir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NumPy dizilerine göre daha güvenli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17720" y="1051560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17720" y="1051560"/>
            <a:ext cx="64008" cy="3657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11430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Yükleme ve Tahmin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54880" y="1508760"/>
            <a:ext cx="388620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1600200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# Modeli yükle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892040" y="1746504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pipeline = joblib.load(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892040" y="189280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'my_model.joblib')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892040" y="203911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892040" y="2185416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# Yeni veri ile tahmin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892040" y="2331720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X_new = [[5.1, 3.5, 1.4, 0.2]]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892040" y="2478024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prediction = pipeline.predict(X_new)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892040" y="262432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892040" y="277063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# Olasılıklar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892040" y="2916936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probs = pipeline.predict_proba(X_new)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892040" y="3063240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892040" y="3209544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# Version kontrol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892040" y="335584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import sklearn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892040" y="350215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print(f"sklearn v: {sklearn.__version__}")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800600" y="3657600"/>
            <a:ext cx="37947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0600" y="3730752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Dikkat: Versiyon uyumluluğunu kontrol edin!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Hızlı Web Uygulaması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36576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Nedir?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ile hızlı web uygulaması oluşturmak için açık kaynaklı framework. HTML/CSS/JS bilgisi gerekmez.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37947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35915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st.title(), st.write()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267919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st.dataframe() — tablo gösterme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299923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st.sidebar — kontrol paneli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331927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st.slider(), st.selectbox()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363931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st.file_uploader() — dosya yükle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395935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st.button() — interaktif düğme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427939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st.chart — matplotlib uyumluluğu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17720" y="1051560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1051560"/>
            <a:ext cx="64008" cy="36576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1430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Uygulama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1508760"/>
            <a:ext cx="388620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600200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import streamlit as st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92040" y="175564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import joblib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92040" y="1911096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import pandas as pd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92040" y="2066544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92040" y="22219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# Başlık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92040" y="2377440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st.title("Tahmin Uygulaması")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92040" y="253288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92040" y="2688336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# Sidebar ile girdi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92040" y="2843784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st.sidebar.header("Parametreler")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92040" y="299923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age = st.sidebar.slider("Yaş", 0, 100)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92040" y="3154680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income = st.sidebar.number_input("Gelir", 0)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92040" y="331012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92040" y="3465576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# Model yükleme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92040" y="3621024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model = joblib.load('model.joblib')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92040" y="377647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92040" y="3931920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# Tahmin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Hugging Face Spaces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Ücretsiz Model Barındırma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36576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Adım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Hugging Face hesabı aç (free)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90195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New Space → Streamlit SDK seç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249424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Dosyaları yükle: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59689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app.py (Streamlit kodu)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94436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requirements.txt (bağımlılıklar)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2918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model.joblib (eğitilmiş model)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63931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Git push ile otomatik deploy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986784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URL ile paylaş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1051560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1051560"/>
            <a:ext cx="64008" cy="3657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1430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Avantajları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0600" y="155448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100% Ücretsiz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00600" y="193852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Kurulum gerektirmez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00600" y="232257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2 vCPU, 16 GB RAM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00600" y="2706624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Otomatik SSL sertifikası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00600" y="309067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Git ile versiyon kontrolü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00600" y="347472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Kolaboratif geliştirme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00600" y="38587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Paylaşılabilir URL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Sunumu Teknikleri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Etkili Sunum İpuçları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64008" cy="1691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Problem → Çözüm → Sonuç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9659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İlk 2 dakika kritik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331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Açık ve net anlatış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97280"/>
            <a:ext cx="64008" cy="1691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16002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İş değerini vurgula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19659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Teknik detaylara girme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2331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Görselleştirme kullan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92608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926080"/>
            <a:ext cx="64008" cy="1691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34290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Canlı demo riski azalt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37947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Kayıtlı video yedek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1605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Sonuçları göster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92608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926080"/>
            <a:ext cx="64008" cy="16916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Hazırlık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34290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Olası soruları düşün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37760" y="37947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Zamanı iyi yönet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0" y="41605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Ders çalış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 Şartları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Başarılı Proje Elementi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36576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Gereksinimler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Gerçek dünya veri seti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193852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Kapsamlı EDA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32257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3+ farklı model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2706624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Hiperparameter opt.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09067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Cross-validation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347472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Confusion matrix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38587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ROC eğrisi analizi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17720" y="1051560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1051560"/>
            <a:ext cx="64008" cy="36576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1430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Sunum ve Deploy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155448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Interactive demo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00600" y="193852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Streamlit/Gradio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00600" y="232257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Hugging Face deploy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00600" y="2706624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GitHub repository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00600" y="309067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README ve docs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00600" y="347472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requirements.txt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00600" y="38587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10 dakika sunum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Değerlendirme Kriterleri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Puanlama %60 Teknik + %40 Sunum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3657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(%60)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3794760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60020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analiz kalitesi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0" y="160020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011680"/>
            <a:ext cx="3794760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05740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performansı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0" y="205740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468880"/>
            <a:ext cx="3794760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51460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kalitesi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0" y="251460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2926080"/>
            <a:ext cx="3794760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97180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+ erişim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40480" y="297180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383280"/>
            <a:ext cx="3794760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42900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Hiperparam. opt.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0" y="342900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17720" y="1051560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1051560"/>
            <a:ext cx="64008" cy="3657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1430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Sunum (%40)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00600" y="1554480"/>
            <a:ext cx="3794760" cy="402336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160020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tanımı netliği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46720" y="160020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2011680"/>
            <a:ext cx="3794760" cy="402336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205740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Görselleştirme kalitesi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046720" y="205740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2468880"/>
            <a:ext cx="3794760" cy="402336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251460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çalışma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046720" y="251460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00600" y="2926080"/>
            <a:ext cx="3794760" cy="402336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297180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Soru-cevap performansı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046720" y="297180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0600" y="3383280"/>
            <a:ext cx="3794760" cy="402336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342900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 yönetimi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046720" y="342900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Zaman Çizelgesi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Haftalık Plan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92024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9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92024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20240"/>
            <a:ext cx="1737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Konusu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Seçimi ve Onayı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23160" y="1417320"/>
            <a:ext cx="109728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1188720"/>
            <a:ext cx="1920240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1188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0" y="1691640"/>
            <a:ext cx="192024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920240"/>
            <a:ext cx="1737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Toplama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EDA Tamamlanmalı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26280" y="1417320"/>
            <a:ext cx="109728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188720"/>
            <a:ext cx="1920240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188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691640"/>
            <a:ext cx="192024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920240"/>
            <a:ext cx="1737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Gelişt.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Karşılaştırma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629400" y="1417320"/>
            <a:ext cx="109728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1188720"/>
            <a:ext cx="192024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1188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66560" y="1691640"/>
            <a:ext cx="192024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1920240"/>
            <a:ext cx="1737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Deploy, Sunum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Final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749040"/>
            <a:ext cx="8412480" cy="1234440"/>
          </a:xfrm>
          <a:prstGeom prst="rect">
            <a:avLst/>
          </a:prstGeom>
          <a:solidFill>
            <a:srgbClr val="F0F9FF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840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 Uyarılar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41605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Erken başlayın! Geç kalan projeler kalitesi düşer  •  İteratif geliştirin; haftalar içinde iyileştirme yapın  •  Mentorunuzdan geri bildirim alın  •  Teslim Hadı: Hafta 12 son gün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 ve Sonuç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43000"/>
            <a:ext cx="397764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43000"/>
            <a:ext cx="3977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5272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581912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modellerinin yaşam döngüsünü profesyonelce yönetme: geliştirme, eğitim, deploy, izleme.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846320" y="1143000"/>
            <a:ext cx="397764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143000"/>
            <a:ext cx="397764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25272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Kaydetme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1581912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 kullanarak eğitilmiş modelleri ve pipeline'ları serilize et, versiyon kontrolü sağla.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397764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834640"/>
            <a:ext cx="397764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94436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Deploy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273552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ile hızlı dashboard, Hugging Face Spaces'te ücretsiz ve kolay deployment.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46320" y="2834640"/>
            <a:ext cx="397764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2834640"/>
            <a:ext cx="39776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294436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Projesi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3273552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dünya problemini çöz, etkili sunum yap, deploy et, GitHub'da paylaş.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6817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Veri Bilimi ve YZ Uzmanlığı — Hafta 9  |  Dr. Murat Altun  |  Gelecek: Derin Öğrenme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Hafta 9: MLOps ve Capstone Proje</dc:title>
  <dc:subject>PptxGenJS Presentation</dc:subject>
  <dc:creator>Dr. Murat Altun</dc:creator>
  <cp:lastModifiedBy>Dr. Murat Altun</cp:lastModifiedBy>
  <cp:revision>1</cp:revision>
  <dcterms:created xsi:type="dcterms:W3CDTF">2026-04-07T16:24:12Z</dcterms:created>
  <dcterms:modified xsi:type="dcterms:W3CDTF">2026-04-07T16:24:12Z</dcterms:modified>
</cp:coreProperties>
</file>