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Etiği ve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3154680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31012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 AI geliştirme, yasal çerçeve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dönem sonu projesi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Hafta 15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594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0" y="12527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 ve tarafsız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kararlar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874520"/>
            <a:ext cx="2011680" cy="27432"/>
          </a:xfrm>
          <a:prstGeom prst="rect">
            <a:avLst/>
          </a:prstGeom>
          <a:solidFill>
            <a:srgbClr val="5B4A0A"/>
          </a:solidFill>
          <a:ln w="12700">
            <a:solidFill>
              <a:srgbClr val="5B4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2670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tabanlı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düzenleme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3291840"/>
            <a:ext cx="2011680" cy="27432"/>
          </a:xfrm>
          <a:prstGeom prst="rect">
            <a:avLst/>
          </a:prstGeom>
          <a:solidFill>
            <a:srgbClr val="5B4A0A"/>
          </a:solidFill>
          <a:ln w="12700">
            <a:solidFill>
              <a:srgbClr val="5B4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087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proje seçeneği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Etiği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Zekânın Toplumsal Etkileri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Etiği: Yapay zekânın toplum üzerindeki etkilerini inceleyen alan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Adalet, şeffaflık, gizlilik, güvenlik ve hesap verebilirlik boyutlarını içerir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4023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51760"/>
            <a:ext cx="64008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15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Sorular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31455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10896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kararları adil mi?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34930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5643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Kimin verisiyle eğitildi?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38404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03904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Hatalardan kim sorumlu?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" y="41879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15137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 nasıl korunur?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651760"/>
            <a:ext cx="4114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651760"/>
            <a:ext cx="64008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715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Alanlar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314553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108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Sağlık: Yanlış tanı riski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349300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456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Hukuk: Önyargılı ceza tahminleri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28032" y="384048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3803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İstihdam: İşe alımda ayrımcılık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28032" y="418795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41513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Finans: Kredi başvurusu reddi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(Yanlılık) Türleri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Sorunların Kaynakları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Yanlılığı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verisi toplumsal önyargıları yansıtır — kadın mühendis az → model kadınları dışlar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15568"/>
            <a:ext cx="6400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Seçim Yanlılığı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4996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 sürecindeki dengesizlik — sadece şehirli kullanıcı verisi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22576"/>
            <a:ext cx="64008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95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7066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optimizasyon hedefinden kaynaklanan — çoğunluk grubuna daha iyi performans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32257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22576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395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Yanlılığı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066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değişkenler gerçeği yansıtmaz — eğitim seviyesi → sosyal sınıf olarak kullanılırsa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2958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29584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 Yanlılığı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91363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geri bildirimi yanlılığı pekiştirir — pozitif feedback loop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52958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529584"/>
            <a:ext cx="64008" cy="111556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91363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metrikleri ile düzenli denetim — AI Fairness 360, Fairlearn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ve Transparency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AI İlkeleri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(Adalet)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61848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544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— Gruplar arası eşit sonuç oranı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13055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6654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Opportunity — Eşit doğru pozitif oranı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64261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7860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Fairness — Benzer bireyler → benzer sonuçlar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15468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9067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Fairness 360 (IBM) — Open source araçlar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66674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027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Fairlearn (Microsoft) — Python kütüphanesi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51560"/>
            <a:ext cx="64008" cy="3657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(Şeffaflık)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618488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554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kararlarının açıklanabilirliği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13055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0665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 — SHAP, LIME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642616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5786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'Kara kutu' sorunu — derin öğrenmenin kapalı doğası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15468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0906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kartları — dokümantasyon ve metadilata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366674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6027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 izleri — accountability trail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Özeti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Birliği AI Yasası (2024-2026)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Birliği AI Yasası: Risk tabanlı yaklaşımla AI sistemlerini sınıflandırır ve düzenler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Yürürlük: 2025-2026 — Türkiye'de AB ile ticaret yapan şirketler etkilenir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51760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24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Edilemez Risk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3580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puanlama, biyometrik gözetim → YASAK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65176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724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Risk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03580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Sağlık, hukuk, istihdam → Sıkı düzenleme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4048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13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Risk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245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Chatbot'lar, AI araçları → Şeffaflık yükümlülüğü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8404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84048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913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Risk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2245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filtresi, oyun AI → Düzenleme yok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 AI Geliştirme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Prensip ve Pratik Adımlar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Temel İlke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15361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50876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Adalet — Tüm gruplar için eşit performans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186537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837944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Şeffaflık — Karar süreçlerini açıkla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19456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167128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 — Kişisel verileri koru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523744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496312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— Saldırılara karşı dayanıklılık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285292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825496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Verebilirlik — Sorumluluk zinciri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51560"/>
            <a:ext cx="64008" cy="2286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Adımlar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28032" y="1536192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Çeşitli ve temsili veri setleri kullan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28032" y="1865376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837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testlerini geliştirmeye dahil 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28032" y="2194560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167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Performance'ı alt gruplara göre raporla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28032" y="2523744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496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 — kötüye kullanım testi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28032" y="2852928"/>
            <a:ext cx="100584" cy="1005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8254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 yaklaşımı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474720"/>
            <a:ext cx="6400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izleme ve güncelleme gereklidir — Modeller zaman içinde drift yaşar ve önyargılar büyüyebilir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Kariyer Yolları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Mesleki Fırsatlar ve Yetkinlikler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İstatistik, ML, veri analizi, SQL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15568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Mühendisi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eğitimi, MLOps, deployment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21408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21408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Mühendisi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4688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modelleri, metin işleme, BERT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121408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21408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Araştırmacı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4688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algoritmalar, akademi/endüstri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127248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127248"/>
            <a:ext cx="64008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4747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optimizasyonu, fine-tuning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127248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127248"/>
            <a:ext cx="6400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Ürün Yöneticisi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4747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odaklı ürün geliştirme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133088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133088"/>
            <a:ext cx="64008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Etik Uzmanı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4805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Politika, denetim, uyum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4133088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4133088"/>
            <a:ext cx="64008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(AI)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44805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Kapsayıcı, Kubernetes, cloud deploy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 Seçenekleri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Proje Arasından Seçim Yapın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Öneri Sistemi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profiline göre egzersiz ve diyet önerisi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468880" cy="274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04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Gemini 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7797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anket verileri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dakikalık sunum + GitHub deposu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10515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51560"/>
            <a:ext cx="2743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Öneri Sistemi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627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ile film önerisi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29000" y="2240280"/>
            <a:ext cx="2468880" cy="274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304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scikit-learn + cosine similarity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7797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veri seti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3218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dakikalık sunum + GitHub deposu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17920" y="10515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5156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Tabanlı Soru-Cevap Botu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1627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notlarından bilgi çeken chatbot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2240280"/>
            <a:ext cx="2468880" cy="274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304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Gemini 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27797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ders materyalleri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5080" y="3218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dakikalık sunum + GitHub deposu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Kriterleri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 Puanlandırması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4160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25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Yeterlilik (%40)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184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algoritma seçimi, kod kalitesi, model performans metrikleri, hata yönetimi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15568"/>
            <a:ext cx="41605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25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ve Sunum (%30)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6184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kalitesi, görselleştirme, sonuçların yorumlanması, sunum netliği ve akıcılığı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44368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54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Yaratıcılık ve Etik (%30)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472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Özgün yaklaşım, ek özellikler, etik değerlendirme, bias analizi, gelecek çalışma önerileri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657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Sonuç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521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etiği, yapay zekânın adil, şeffaf ve güvenli kullanımını hedefler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9105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yanlılığı, algoritmik yanlılık ve seçim yanlılığı başlıca bias türleridir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751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metrikleri ile model adaleti ölçülebilir (Demographic Parity, Equal Opportunity)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1401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Act, risk tabanlı düzenleme ile AI sistemlerini sınıflandırır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5292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 AI: Adalet, şeffaflık, gizlilik, güvenlik, hesap verebilirlik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3467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918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kariyerleri çeşitli: Veri bilimci, ML mühendisi, NLP uzmanı, prompt engineer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78561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3075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projeler: Fitness öneri, Film öneri veya RAG chatbot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22452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696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Değerlendirme: Teknik (%40) + Analiz/Sunum (%30) + Yaratıcılık/Etik (%30)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Başarılar! Sorularınız için: emurataltun@gmail.com  ·  Dr. Murat Altun  ·  Hafta 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Etiği ve Capstone Proje</dc:title>
  <dc:subject>PptxGenJS Presentation</dc:subject>
  <dc:creator>Dr. Murat Altun</dc:creator>
  <cp:lastModifiedBy>Dr. Murat Altun</cp:lastModifiedBy>
  <cp:revision>1</cp:revision>
  <dcterms:created xsi:type="dcterms:W3CDTF">2026-04-07T16:27:51Z</dcterms:created>
  <dcterms:modified xsi:type="dcterms:W3CDTF">2026-04-07T16:27:51Z</dcterms:modified>
</cp:coreProperties>
</file>