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11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ile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İşleme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0"/>
            <a:ext cx="256032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3375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F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Piksel, Renk Uzayları, Filtreler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5F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Tespiti ve Kontur Analizi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22C1D"/>
          </a:solidFill>
          <a:ln w="12700">
            <a:solidFill>
              <a:srgbClr val="022C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685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F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algoritma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965960"/>
            <a:ext cx="201168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F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çözünürlüğü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383280"/>
            <a:ext cx="201168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F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bit derinliği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Görüntü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ve Kanal Yapısı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görüntü 2D piksel matrisinin (satır × sütun) bir temsilidir. Her piksel bir veya birden fazla kanal içeren renk bilgisini taşır.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 Tonlama: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kanal: 0-255 değeri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kanal: Kırmızı, Yeşil, Mavi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284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kanal: RGB + Alfa (şeffaflık)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Özellikleri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5544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Boyut: (yükseklik, genişlik, kanal)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9933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Örnek: (480, 640, 3)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43230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Piksel: Görüntünün en küçük birimi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8712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Çözünürlük: 1920×1080 = 2M piksel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31012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8-bit: 0-255 değer aralığı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374904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16-bit: Medikal görüntüleme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Kurulum ve Temel Bilgiler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Binding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794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Temel OpenCV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764792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pip install opencv-python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192938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09397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Ek modüllerle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25856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pip install opencv-contrib-python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242316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587752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Import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75234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cv2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291693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08152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Versiyon kontrol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324612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print(cv2.__version__)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51460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06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Hızlı, 2500+ algoritma, C++ ile yazılmış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Özellikleri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15544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C++ ile yazılmış → çok hızlı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19933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Python binding kullanılır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43230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2500+ optimize algoritma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28712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Tüm platformlarda destekli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31012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Apache 2.0 lisansı (ticari OK)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74904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Bilgisayarla görme standardı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Okuma ve Yazma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İşlemleri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İşlemleri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7947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img = cv2.imread('foto.jpg')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746504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85800" y="1892808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Okuma modu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2039112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cv2.IMREAD_COLOR        # BGR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5800" y="2185416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cv2.IMREAD_GRAYSCALE   # Gri ton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233172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5800" y="2478024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Görüntü özelliği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5800" y="2624328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img.shape        # (H, W, C)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" y="2770632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img.dtype        # uint8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5800" y="2916936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306324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Göster ve bekle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Yazma ve Gösterme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508760"/>
            <a:ext cx="3886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002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Kaydet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92040" y="17373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cv2.imwrite('cikti.jpg', img)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92040" y="187452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92040" y="201168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Jupyter'da göster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92040" y="214884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matplotlib.pyplot as plt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92040" y="22860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92040" y="24231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BGR → RGB çevir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92040" y="256032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rgb_img = cv2.cvtColor(img,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92040" y="269748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cv2.COLOR_BGR2RGB)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92040" y="283464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2040" y="29718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plt.imshow(rgb_img)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Uzayları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BGR, RGB, HSV Dönüşümleri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(OpenCV)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Mavi-Yeşil-Kırmızı sıraması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3774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76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img = cv2.imread(...)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3774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163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varsayılanı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51560"/>
            <a:ext cx="64008" cy="36576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(Matplotlib)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Kırmızı-Yeşil-Mavi sıraması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103120"/>
            <a:ext cx="23774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176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rgb = cv2.cvtColor(...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COLOR_BGR2RGB)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0" y="2743200"/>
            <a:ext cx="23774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8163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gerekli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051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51560"/>
            <a:ext cx="64008" cy="3657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(Filtre)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Hue-Saturation-Value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103120"/>
            <a:ext cx="23774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176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hsv = cv2.cvtColor(...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COLOR_BGR2HSV)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00800" y="2743200"/>
            <a:ext cx="23774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8163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filtreleme ideal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Blur, Gaussian, Median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Türleri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794760" cy="60350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591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cv2.blur(img, (5,5))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ortalama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212848"/>
            <a:ext cx="3794760" cy="60350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9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22494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cv2.GaussianBlur(...)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532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bulanıklık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871216"/>
            <a:ext cx="3794760" cy="60350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07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cv2.medianBlur(img, 5)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3191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Tuz-biber gürültü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529584"/>
            <a:ext cx="3794760" cy="60350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35661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cv2.bilateralFilter(...)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3849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Kenarları koruma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Boyutu Etkisi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6002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Filtrenin uygulanacağı piksel komşuluğu.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kernel = Daha fazla bulanıklık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kernel = Daha az etki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69748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77063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(3,3) — En küçük, minimal etki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20954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(5,5) — Normal bulanıklık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64845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(7,7) — Orta bulanıklık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08736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(15,15) — Güçlü bulanıklık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Tespiti: Canny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Popüler Algoritma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Algoritması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1986'da John Canny tarafından geliştirilen en popüler kenar tespit yöntemi. Kenarlar = piksel yoğunluğundaki ani değişimler.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Gaussian blur uygula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98094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Gradyan hesapla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NMS (Non-Max Suppression)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85876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Hysteresis eşikleme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Kodları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38862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6002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Ön işleme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2040" y="17647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gray = cv2.cvtColor(img,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92040" y="192938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cv2.COLOR_BGR2GRAY)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20939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22585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blurred = cv2.GaussianBlur(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24231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gray, (5,5), 0)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25877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275234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Canny kenar tespiti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2040" y="29169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edges = cv2.Canny(blurred,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3081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threshold1=100,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32461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threshold2=200)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34107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35753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Sonucu göster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373989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cv2.imshow('Kenarlar', edges)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Çizme ve Metin Ekleme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İşlemleri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Çizme Fonksiyonları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7947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9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Çizgi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6093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cv2.line(...)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84832"/>
            <a:ext cx="37947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39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Dikdörtgen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1396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cv2.rectangle(...)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37947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70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2670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cv2.circle(...)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37947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Çokgen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cv2.polylines(...)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675888"/>
            <a:ext cx="37947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730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cv2.ellipse(...)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Ekleme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508760"/>
            <a:ext cx="38862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6002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cv2.putText(img,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17830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'Merhaba',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1965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(10, 50),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21488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cv2.FONT_HERSHEY_SIMPLEX,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23317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1, (255, 255, 255), 2)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269748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77063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thickness=-1 → doldurma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20954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thickness&gt;0 → sadece kenarlık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364845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color=(B,G,R) BGR formatında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 Tespiti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Sınırları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 Nedir?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 = nesne sınırlarını takip eden kapalı eğri. Çift (binary) görüntüler üzerinde bulunur.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91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Kullanışlı Fonksiyonlar: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791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cv2.findContours() — bulma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1810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cv2.drawContours() — çizme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5570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cv2.contourArea() — alan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99592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cv2.boundingRect() — sınırlayıcı kutu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 Kodu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38862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6002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Binary görüntü (Canny sonucu)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92040" y="17373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contours, hierarchy = \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92040" y="187452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cv2.findContours(edges,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92040" y="201168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cv2.RETR_TREE,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92040" y="214884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cv2.CHAIN_APPROX_SIMPLE)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92040" y="22860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92040" y="24231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Kontürleri çiz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92040" y="256032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cv2.drawContours(img,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92040" y="269748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contours, -1, (0,255,0), 2)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92040" y="283464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92040" y="29718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Her kontur için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92040" y="3108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for cnt in contours: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92040" y="324612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area = cv2.contourArea(cnt)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92040" y="338328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x,y,w,h = \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92040" y="352044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cv2.boundingRect(cnt)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2040" y="36576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if area &gt; 100: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Pratik: Görüntü İşleme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Proje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72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9019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imread()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1261872"/>
            <a:ext cx="73152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84832" y="10972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0972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84832" y="15087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57984" y="1572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 Ton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57984" y="19019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cvtColor(BGR→GRAY)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30752" y="1261872"/>
            <a:ext cx="73152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3904" y="10972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10972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03904" y="15087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572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Bulanık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77056" y="19019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GaussianBlur()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49824" y="1261872"/>
            <a:ext cx="73152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2976" y="10972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10972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22976" y="15087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1572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96128" y="19019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Canny()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68896" y="1261872"/>
            <a:ext cx="73152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10972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10972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42048" y="15087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1572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19019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findContours()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9260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9260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3375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" y="37307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kontrolü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1680" y="3090672"/>
            <a:ext cx="73152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84832" y="29260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84832" y="29260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084832" y="33375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57984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Sınırlayıcı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57984" y="37307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boundingRect()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30752" y="3090672"/>
            <a:ext cx="73152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03904" y="29260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03904" y="29260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803904" y="33375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77056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77056" y="37307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drawContours()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49824" y="3090672"/>
            <a:ext cx="73152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22976" y="29260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22976" y="29260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22976" y="33375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96128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596128" y="37307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putText()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168896" y="3090672"/>
            <a:ext cx="73152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42048" y="2926080"/>
            <a:ext cx="160934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42048" y="29260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42048" y="3337560"/>
            <a:ext cx="1609344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15200" y="37307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imshow()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Sonuç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3657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9776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397764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527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Görüntü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8191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matrisi: satır × sütun × kanal. 8-bit (0-255) standart, gri tonlama 1 kanal, RGB 3 kanal.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776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143000"/>
            <a:ext cx="39776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527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Güç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58191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 algoritma, C++ hızı, Python kolaylığı. Bilgisayarla görme standardı kütüphanesi.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9776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34640"/>
            <a:ext cx="3977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44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Operasyonlar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7355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uzayı dönüşümleri (BGR/RGB/HSV), filtreler (blur, gaussian), Canny kenar tespiti.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776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834640"/>
            <a:ext cx="39776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944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27355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→ ön işleme → kenar/kontur → filtreleme → çizim → gösterme. Pratik görüntü işleme.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2C1D"/>
          </a:solidFill>
          <a:ln w="12700">
            <a:solidFill>
              <a:srgbClr val="022C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Veri Bilimi ve YZ Uzmanlığı — Hafta 11  |  Dr. Murat Altun  |  Gelecek: CNN ve Transfer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11: OpenCV ile Görüntü İşleme</dc:title>
  <dc:subject>PptxGenJS Presentation</dc:subject>
  <dc:creator>Dr. Murat Altun</dc:creator>
  <cp:lastModifiedBy>Dr. Murat Altun</cp:lastModifiedBy>
  <cp:revision>1</cp:revision>
  <dcterms:created xsi:type="dcterms:W3CDTF">2026-04-07T16:27:21Z</dcterms:created>
  <dcterms:modified xsi:type="dcterms:W3CDTF">2026-04-07T16:27:21Z</dcterms:modified>
</cp:coreProperties>
</file>