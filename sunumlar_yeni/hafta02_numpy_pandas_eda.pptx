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Keşifçi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Analizi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3291840"/>
            <a:ext cx="256032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29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Manipülasyonu ve EDA Temelleri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731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50x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listelerden daha hızlı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2194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Keşifçi Veri Analizi süreci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0" y="4389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manipülasyonunda kullanılan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Bilimsel hesaplama kütüphanesi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Bilgi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09344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36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Python — bilimsel hesaplama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139696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66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boyutlu diziler (ndarray) üzerine kurulu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670048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5968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listelerine göre 50x daha hızlı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200400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27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cebir, istatistik, rastgele sayı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730752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Scikit-learn'in temeli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NumPy?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609344"/>
            <a:ext cx="182880" cy="182880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5361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Vektörel işlemler (vectorized operations)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231136"/>
            <a:ext cx="182880" cy="182880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1579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verimliliği (homojen veri tipi)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852928"/>
            <a:ext cx="182880" cy="182880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7797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mekanizması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474720"/>
            <a:ext cx="182880" cy="182880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401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dilinde yazılmış alt yapı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4096512"/>
            <a:ext cx="182880" cy="182880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yerine matris işlemleri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 İşlemleri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oluşturma ve manipülasyon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44752"/>
            <a:ext cx="402336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Array oluşturma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3, 4, 5])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np.zeros((3, 3))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np.ones((2, 4))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np.arange(0, 10, 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np.linspace(0, 1, 5)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İşlemler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print(a.shape)       # (5,)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print(a.mean())      # 3.0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2)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78992"/>
            <a:ext cx="64008" cy="356616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Fonksiyonlar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481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np.array()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→ NumPy dizisi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9751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np.zeros/ones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Sıfır/bir matrisi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np.arange()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aralığı ile dizi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9626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bilgisi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4564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.mean(), .std()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Ortalama, standart sapma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950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indexing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ile filtreleme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Temelleri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 yapısında veri yönetimi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44752"/>
            <a:ext cx="402336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"isim": ["Ali", "Ayşe"],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"yaş": [25, 30],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"şehir": ["İstanbul", "Ankara"],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"maaş": [8000, 12000]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print(df.info())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# (2, 4)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78992"/>
            <a:ext cx="64008" cy="356616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Fonksiyonlar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481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.head(n)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n satır (varsayılan 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9751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.tail(n)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n satır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.info()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tipleri ve null sayısı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9626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.describe()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özet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4564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ve sütun sayısı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950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.columns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isimleri listesi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Okuma: CSV ve Excel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kaynaklardan veri yükleme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Örnekleri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CSV okuma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pd.read_csv("veriler.csv")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pd.read_csv("veriler.csv", sep=";", encoding="utf-8")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Excel okuma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pd.read_excel("veriler.xlsx", sheet_name="Sayfa1")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URL üzerinden okuma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"https://example.com/data.csv"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pd.read_csv(url)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Dosyaya kaydetme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df.to_csv("sonuc.csv", index=False)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df.to_excel("sonuc.xlsx", index=False)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Seçme: loc ve iloc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ve sütun seçimi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 - Sayısal Indeks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402336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Integer LOCation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# İlk satır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df.iloc[0:3]      # İlk 3 satır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df.iloc[:, 0]     # İlk sütun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df.iloc[0:2, 1:3] # Alt tablo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Sütun erişimi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df.iloc[:, 0]     # 0. sütun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df.iloc[:, -1]    # Son sütun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78992"/>
            <a:ext cx="64008" cy="356616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- Etiket Seçimi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463040"/>
            <a:ext cx="374904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527048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Label-based LOCation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df.loc[0, "isim"]    # "Ali"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df.loc[:, "maaş"]    # Maaş sütunu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Koşullu seçim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df[df["yaş"] &gt; 23]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df[df["şehir"] == "İstanbul"]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df[(df["yaş"] &gt; 20) &amp;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(df["maaş"] &gt; 7000)]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 Analizi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verileri tespit etme ve doldurma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 Yönetimi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Eksik veri tespit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    # Sütun başına null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print(df.isnull().mean())   # Null oranı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Doldurma stratejileri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df["yaş"].fillna(df["yaş"].mean(), inplace=True)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df["şehir"].fillna("Bilinmiyor", inplace=True)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Eksik satırları silme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df.dropna(subset=["maaş"], inplace=True)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İstatistiksel doldurma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df.fillna(method='ffill')  # Son değeri kullan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df.fillna(method='bfill')  # Sonraki değeri kullan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Gruplama ve Filtreleme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sort_values, value_counts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Örnekleri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Gruplama (groupby)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df.groupby("şehir")["maaş"].mean()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df.groupby("şehir").agg({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"maaş": ["mean", "max"],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"yaş": "mean"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Sıralama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df.sort_values("maaş", ascending=False)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Yeni sütun ekleme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df["vergi"] = df["maaş"] * 0.15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Frekans analizi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df["şehir"].value_counts()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df.value_counts(subset=["şehir", "yaş"])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- Keşifçi Veri Analizi Süreci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Sistematik veri keşfi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4 Adım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Veriyi Anlama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info(), describe(), head()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Eksik Veri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isnull().sum(), missingno grafiği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852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 Tipleri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dtypes, astype() ile dönüşüm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5387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Tekil Değerler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nunique(), value_counts()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4 Adım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81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İstatistik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Ortalama, medyan, std sapma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1671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Dağılım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boxplot, density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852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İlişki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Korelasyon, scatter plot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3538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Aykırı Değer -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yöntemi, Z-score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Uygulamalı EDA: Titanic Veri Seti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örneği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df = pd.read_csv('titanic.csv')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df.info() → Sütun tipleri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322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df.describe() → İstatistik özet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df.isnull().sum() → Eksik veriler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163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df['Survived'].value_counts()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Gruplama ve karşılaştırma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005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Korelasyon matrisi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1536192"/>
            <a:ext cx="164592" cy="164592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14813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yolcu, 12 sütun veri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28032" y="2011680"/>
            <a:ext cx="164592" cy="164592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19568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sütununda %20 eksik veri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28032" y="2487168"/>
            <a:ext cx="164592" cy="164592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24323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sütununda %77 eksik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28032" y="2962656"/>
            <a:ext cx="164592" cy="164592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29077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Kadınların hayatta kalma oranı yüksek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28032" y="3438144"/>
            <a:ext cx="164592" cy="164592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33832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sınıf yolcuların hayatta kalması daha yüksek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28032" y="3913632"/>
            <a:ext cx="164592" cy="164592"/>
          </a:xfrm>
          <a:prstGeom prst="ellipse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38587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değeri hayatta kalma ile ilişkili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Değerlendirme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64008" cy="36576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Çıkarımlar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563624"/>
            <a:ext cx="146304" cy="14630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179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vektörel işlemlerle hızlı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947672"/>
            <a:ext cx="146304" cy="14630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901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veri manipülasyonun temelidir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331720"/>
            <a:ext cx="146304" cy="14630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read_csv/read_excel ile veri yükleme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" y="2715768"/>
            <a:ext cx="146304" cy="14630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670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loc/iloc ile esnek veri seçimi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3099816"/>
            <a:ext cx="146304" cy="14630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0540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 analizi ilk adımdır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" y="3483864"/>
            <a:ext cx="146304" cy="14630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438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sistematik bir süreçtir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3867912"/>
            <a:ext cx="146304" cy="14630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Gruplama ile karşılaştırmalı analiz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97280"/>
            <a:ext cx="64008" cy="36576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/ Uygulama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517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veri setini Kaggle'dan indirin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adımlarını sırasıyla uygulayın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5 Pandas fonksiyonu deneyin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670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 stratejisi belirleyin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054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Gruplama ile analiz yapın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438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matrisi oluşturun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822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Bulguları dokümante edin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Hafta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NumPy, Pandas ve Keşifçi Veri Analizi</dc:title>
  <dc:subject>PptxGenJS Presentation</dc:subject>
  <dc:creator>Dr. Murat Altun</dc:creator>
  <cp:lastModifiedBy>Dr. Murat Altun</cp:lastModifiedBy>
  <cp:revision>1</cp:revision>
  <dcterms:created xsi:type="dcterms:W3CDTF">2026-04-07T16:16:45Z</dcterms:created>
  <dcterms:modified xsi:type="dcterms:W3CDTF">2026-04-07T16:16:45Z</dcterms:modified>
</cp:coreProperties>
</file>