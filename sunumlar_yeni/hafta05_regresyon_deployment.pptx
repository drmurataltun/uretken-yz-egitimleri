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Analizi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Model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2834640"/>
            <a:ext cx="2286000" cy="54864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71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Öğrenmesine Giriş, Lineer Regresyon ve Gradio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ECS Hafta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457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öğrenme paradigması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1920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mx + 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regresyon formülü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383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%80/%20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Eğitim/test split oranı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 ve Paradigmalar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Bilgisayarların açıkça programlanmadan veriden öğrenmesini sağlayan alan.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(X) → Çıkış (y) ilişkisini otomatik olarak bulur.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2606040"/>
            <a:ext cx="182880" cy="1828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Denetimli: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veri ile eğitim (Regresyon/Sınıflandırma)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3017520"/>
            <a:ext cx="182880" cy="1828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Etiketsiz veri ile yapı keşfi (Kümeleme)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3429000"/>
            <a:ext cx="182880" cy="1828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Pekiştirmeli: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Deneme-yanılma ile öğrenme (Ödül/ceza)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Türleri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Sayısal çıktı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 fiyatı tahmini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Maaş tahmini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Kategorik çıktı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2331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Spam/değil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Hastalık var/yok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301752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90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Örnekleri: Hava sıcaklığı tahmini • Görüntü tanıma • Müşteri segmentasyonu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Regresyon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ve Çoklu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Formüller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LR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01368"/>
            <a:ext cx="3474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β₀ + β₁x + 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LR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24328"/>
            <a:ext cx="3474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517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β₀ + β₁x₁ + β₂x₂ + ... + 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3474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Σ(yᵢ - ŷᵢ)²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Bileşenler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 değişken (tahmin edilen)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0391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039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 noktası (intercept)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4780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478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Eğim katsayısı (slope)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916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değişken (girdi)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355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355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terimi (residual)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301752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90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Varsayımlar: Doğrusallık • Bağımsızlık • Homojen varyans • Normal hata dağılımı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Bölme ve Model Eğitimi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Veriyi böl (%80 eğitim, %20 test)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oluştur ve eğit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Tahmin yap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Metrikleri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743200" cy="64008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16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" y="185623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Hataların mutlak değerlerinin ortalaması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Mutlak Hata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5156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16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64992" y="185623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hatalara daha duyarlı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Ortalama Kare Hata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5156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16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91072" y="185623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 arası, varyans oranı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Belirlilik Katsayısı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841248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089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mean_absolute_error, mean_squared_error, r2_score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mean_absolute_error(y_test, y_pred)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mean_squared_error(y_test, y_pred, squared=False)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= r2_score(y_test, y_pred)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 Mühendisliği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21031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Dönüşümler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Ölçeklendirme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dönüşümü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Polinom özellikler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64008" cy="2103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188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Kodlama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645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One-Hot Encoding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Encoding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Encoding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0515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51560"/>
            <a:ext cx="64008" cy="2103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188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Özellikler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645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Tarih → yıl, ay, gün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Metin → uzunluk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Kombinasyonlar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84124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29000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İyi özellikler &gt; Karmaşık model!  Özellik seçimi: Korelasyon • Feature Importance • RFE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ile Deployment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Web Arayüzü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gradio as gr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pickle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pickle.load(open("model.pkl", "rb"))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tahmin_yap(alan, oda, yas):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girdi = [[alan, oda, yas]]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f"{model.predict(girdi)[0]:,.0f} TL"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= gr.Interface(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fn=tahmin_yap,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inputs=[gr.Number(label="Alan (m²)"),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gr.Number(label="Oda Sayısı"),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gr.Number(label="Bina Yaşı")],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outputs=gr.Text(label="Tahmini Fiyat"),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title="Ev Fiyat Tahmini")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demo.launch()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Model Yayınlama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Nedir?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uygulamalarını ücretsiz barındırma servisi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ve Streamlit destekler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tabanlı deployment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Adımlar: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huggingface.co/new-space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SDK: Gradio seçin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Dosyaları yükleyin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Otomatik deploy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Yapısı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600200"/>
            <a:ext cx="365760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6916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my-app/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model.pkl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README.md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scikit-learn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pandas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numpy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Değerlendirme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ve Underfitting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77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73736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703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yüksek, test düşük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Ezberliyor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 veri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Basitleştirme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3977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6400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430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554480"/>
            <a:ext cx="3703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ikisi de düşük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Yeterince karmaşık değil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645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 özellik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süresi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84124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İyileştirme Stratejileri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Feature engineering → daha iyi öznitelikler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Hiperparametre optimizasyonu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Farklı algoritmalar deneme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Cross validation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Ensemble yöntemleri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Temel Çıkarımlar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828800" cy="45720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206240" cy="1600200"/>
          </a:xfrm>
          <a:prstGeom prst="rect">
            <a:avLst/>
          </a:prstGeom>
          <a:solidFill>
            <a:srgbClr val="3F2D6B"/>
          </a:solidFill>
          <a:ln w="12700">
            <a:solidFill>
              <a:srgbClr val="5D4E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4206240" cy="54864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Lineer Regresyon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temel denetimli öğrenme yöntemi. Doğrusal ilişkiler için güçlü.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600200"/>
          </a:xfrm>
          <a:prstGeom prst="rect">
            <a:avLst/>
          </a:prstGeom>
          <a:solidFill>
            <a:srgbClr val="3F2D6B"/>
          </a:solidFill>
          <a:ln w="12700">
            <a:solidFill>
              <a:srgbClr val="5D4E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4206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78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genellemesini ölçmek için veri ayrımı şarttır. %80/%20 standart.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43200"/>
            <a:ext cx="4206240" cy="1600200"/>
          </a:xfrm>
          <a:prstGeom prst="rect">
            <a:avLst/>
          </a:prstGeom>
          <a:solidFill>
            <a:srgbClr val="3F2D6B"/>
          </a:solidFill>
          <a:ln w="12700">
            <a:solidFill>
              <a:srgbClr val="5D4E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743200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16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öznitelikler kötü algoritmaları yener. Veriye hakim olun.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743200"/>
            <a:ext cx="4206240" cy="1600200"/>
          </a:xfrm>
          <a:prstGeom prst="rect">
            <a:avLst/>
          </a:prstGeom>
          <a:solidFill>
            <a:srgbClr val="3F2D6B"/>
          </a:solidFill>
          <a:ln w="12700">
            <a:solidFill>
              <a:srgbClr val="5D4E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743200"/>
            <a:ext cx="4206240" cy="54864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816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8348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6118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ve HuggingFace ile modelinizi dakikalar içinde yayınlayın.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1E1438"/>
          </a:solidFill>
          <a:ln w="12700">
            <a:solidFill>
              <a:srgbClr val="1E14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074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Regresyon, makine öğrenmesinin kapısıdır. Mastered regression → classification, forecasting ve daha fazlası.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Regresyon Analizi ve Model Deployment</dc:title>
  <dc:subject>PptxGenJS Presentation</dc:subject>
  <dc:creator>Dr. Murat Altun</dc:creator>
  <cp:lastModifiedBy>Dr. Murat Altun</cp:lastModifiedBy>
  <cp:revision>1</cp:revision>
  <dcterms:created xsi:type="dcterms:W3CDTF">2026-04-07T16:16:38Z</dcterms:created>
  <dcterms:modified xsi:type="dcterms:W3CDTF">2026-04-07T16:16:38Z</dcterms:modified>
</cp:coreProperties>
</file>