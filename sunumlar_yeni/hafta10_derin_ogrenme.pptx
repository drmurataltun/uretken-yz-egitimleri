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10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 Öğrenme'ye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3375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Sinir Ağları, Aktivasyon Fonksiyonları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B0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 ve TensorFlow/Keras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4389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30712"/>
          </a:solidFill>
          <a:ln w="12700">
            <a:solidFill>
              <a:srgbClr val="03071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tipi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75120" y="1965960"/>
            <a:ext cx="2011680" cy="27432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Aktivasyon fn.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0" y="3383280"/>
            <a:ext cx="2011680" cy="27432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520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0080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Mimarisi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Biyolojik Nörondan Yapay Nörona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 Beyninin Matematiksel Modeli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Biyolojik Nöron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Biyolojik nöron elektrik sinyallerini alır, işler ve iletir. Beynin öğrenme kapasitesi milyarlarca nöron arasındaki bağlantı gücünün (sinapsis) değişmesinden gelir.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4203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Dendrit: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Girdileri alır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98094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İşleme merkezi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41985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Akson: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gönderi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Nöron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00600" y="1554480"/>
            <a:ext cx="379476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6459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f(w₁x₁ + w₂x₂ + ... + wₙxₙ + b)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0600" y="245059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değişkenleri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00600" y="288950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Ağırlıklar (öğrenilen)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00600" y="332841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(eşik değeri)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376732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Aktivasyon fonksiyonu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Mimarisi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Hidden → Output Katmanları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Türleri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3794760" cy="585216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60020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8562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veri girişi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794760" cy="585216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240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Layer(s)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49631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Öğrenme burada gerçekleşir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3794760" cy="585216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8803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1363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 çıktısı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3794760" cy="585216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204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(FC)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37764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nöron sonraki katmana bağlı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Mimari Seçimi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155448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Derinlik: Katman sayısı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199339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Genişlik: Katmandaki nöron sayısı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00600" y="243230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Parametre: Toplam w + bias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287121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Seçim: Deneme-yanılma + deneyim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00600" y="331012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Risiko: Çok büyük = overfitting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374904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Başlangıç: Basit, sonra arttır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Aktivasyon Fonksiyonları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Doğrusal Olmayan Dönüşümler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444752"/>
            <a:ext cx="2377440" cy="594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4904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= max(0, x)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08483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yaygın, hızlı, vanishing gradient sorunu azaltır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044952"/>
            <a:ext cx="23774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127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Kullanım:</a:t>
            </a:r>
            <a:endParaRPr lang="en-US" sz="950" dirty="0"/>
          </a:p>
          <a:p>
            <a:pPr indent="0" marL="0">
              <a:buNone/>
            </a:pPr>
            <a:r>
              <a:rPr lang="en-US" sz="950" b="1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katmanlar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9184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1051560"/>
            <a:ext cx="64008" cy="3657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1444752"/>
            <a:ext cx="2377440" cy="594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14904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= 1/(1+e⁻ˣ)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0" y="208483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1] aralığında çıktı, olasılık modeli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4720" y="3044952"/>
            <a:ext cx="23774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127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Kullanım:</a:t>
            </a:r>
            <a:endParaRPr lang="en-US" sz="950" dirty="0"/>
          </a:p>
          <a:p>
            <a:pPr indent="0" marL="0">
              <a:buNone/>
            </a:pPr>
            <a:r>
              <a:rPr lang="en-US" sz="95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sınıflandırma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1792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051560"/>
            <a:ext cx="64008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1444752"/>
            <a:ext cx="2377440" cy="594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904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Π-i = eˣⁱ/Σⱼeˣʲ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0" y="208483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sınıf için olasılık dağılımı, toplamı 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0" y="3044952"/>
            <a:ext cx="23774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127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Kullanım:</a:t>
            </a:r>
            <a:endParaRPr lang="en-US" sz="950" dirty="0"/>
          </a:p>
          <a:p>
            <a:pPr indent="0" marL="0">
              <a:buNone/>
            </a:pPr>
            <a:r>
              <a:rPr lang="en-US" sz="9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sınıflandırma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FEF3C7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[-1,1] simetrik, leaky ReLU ise ReLU'nun iyileştirilmiş versiyonudur. Aktivasyon olmayan lineer modellerle karmaşık örüntüler öğrenilmez.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&amp; Backpropagation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 Güncellemesi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Propagation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379476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6002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Girdiden çıktıya hesaplama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2860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 = W·x + b → a = f(z)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Her katmada hesaplama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Çıktı: tahmin ŷ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5204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Kayıp: L(y, ŷ)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1508760"/>
            <a:ext cx="3794760" cy="685800"/>
          </a:xfrm>
          <a:prstGeom prst="rect">
            <a:avLst/>
          </a:prstGeom>
          <a:solidFill>
            <a:srgbClr val="FAF5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6002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Çıktıdan girdiye gradyan hesaplama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2860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dL/dw = zincir kuralı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00600" y="26974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Her ağırlık için türev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3108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w_new = w - lr·dL/dw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35204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Gradient Descent güncellemesi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/ Keras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Google'ın Derin Öğrenme Framework'ü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Özellikleri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Google tarafından geliştirildi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99339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Açık kaynak, ücretsiz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43230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Keras yüksek seviye API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GPU desteği (NVIDIA, TPU)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1012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Büyük modeller eğitilebilir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Ekosistem geniş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Kurulum ve Alternativler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1508760"/>
            <a:ext cx="38862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pip install tensorflow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import tensorflow as tf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from tensorflow import keras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GPU kontrol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print(tf.config.list_physical_devices('GPU'))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00600" y="269748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78892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Alternatif: PyTorch</a:t>
            </a:r>
            <a:endParaRPr lang="en-US" sz="1050" dirty="0"/>
          </a:p>
          <a:p>
            <a:pPr indent="0" marL="0">
              <a:buNone/>
            </a:pPr>
            <a:r>
              <a:rPr lang="en-US" sz="1050" b="1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(Araştırma odaklı, daha esnek)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Model ile İlk ANN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Adım Adım Kod Örneği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Mimarisi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Input: n_features özellik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Dense(128, 'relu')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Dense(64, 'relu')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337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Dense(1, 'sigmoid')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Output: ikili sınıflandırma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Kodu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508760"/>
            <a:ext cx="38862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6002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model = keras.Sequential([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92040" y="17465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keras.layers.Dense(128,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892040" y="1892808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activation='relu',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892040" y="2039112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input_shape=(n_features,)),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892040" y="2185416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keras.layers.Dense(64,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892040" y="233172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activation='relu'),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892040" y="247802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keras.layers.Dense(1,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92040" y="2624328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activation='sigmoid')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892040" y="2770632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])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892040" y="2916936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892040" y="306324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model.compile(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892040" y="320954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optimizer='adam',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892040" y="3355848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loss='binary_crossentropy',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892040" y="3502152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metrics=['accuracy'])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892040" y="3648456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92040" y="379476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model.fit(X_train, y_train,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92040" y="394106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epochs=50, batch_size=32,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Epoch, Batch Size, Learning Rate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Hiperparametreler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2377440" cy="5029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50-100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eğitim verisinin modelden kaç kez geçmesi. 50 epoch = 50 tam iterasyon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2377440" cy="5029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508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32-128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74720" y="201168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adımda işlenen örnek sayısı. Küçük batch = daha iyi genelleme, daha yavaş eğitim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051560"/>
            <a:ext cx="64008" cy="3657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1463040"/>
            <a:ext cx="2377440" cy="5029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508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201168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 güncelleme adım büyüklüğü. Çok büyük = ıraksama, çok küçük = yavaş öğrenme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DDD6FE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üç parametre model başarısını doğrudan etkiler. Tipik olarak deneme-yanılma ile optimal değerler bulunur. GridSearch veya RandomSearch kullanılabilir.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Önleme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ve Early Stopping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Tekniği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sırasında rastgele nöronları devre dışı bırakır (%30 kapatma). Her iterasyonda farklı alt ağ çalışır, bu da regülarizasyon sağlar.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379476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606040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keras.layers.Dropout(0.3)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2807208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%30 nöron devre dışı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85800" y="3008376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Test sırasında kapalı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5800" y="3209544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Sequential içine ekle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5544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loss iyileşmeyi bırakınca eğitimi durdurur. Gereksiz epoch'ları önler ve en iyi modeli otomatik geri yükler.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514600"/>
            <a:ext cx="38862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260604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from tensorflow.keras.callbacks \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92040" y="277063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import EarlyStopping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92040" y="293522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92040" y="309981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early_stop = EarlyStopping(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92040" y="326440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patience=5,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92040" y="342900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restore_best_weights=True,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Pratik: İlk Derin Öğrenme Modeli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Adım Adım Proje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Adımlar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Veri: sklearn.datasets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StandardScaler normalize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249424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Sequential model tanımla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596896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Compile: adam optimizer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2944368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Eğit: epochs=100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EarlyStopping callback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6393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Değerlendir: grafikler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86784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Karşılaştır: ML vs DL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Seti Seçeneği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00600" y="1600200"/>
            <a:ext cx="3794760" cy="822960"/>
          </a:xfrm>
          <a:prstGeom prst="rect">
            <a:avLst/>
          </a:prstGeom>
          <a:solidFill>
            <a:srgbClr val="FAF5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6459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1920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özellik, 3 sınıf | 150 örnek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514600"/>
            <a:ext cx="3794760" cy="822960"/>
          </a:xfrm>
          <a:prstGeom prst="rect">
            <a:avLst/>
          </a:prstGeom>
          <a:solidFill>
            <a:srgbClr val="FAF5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25603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37760" y="2834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piksel (8x8) | 1797 örnek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3429000"/>
            <a:ext cx="3794760" cy="822960"/>
          </a:xfrm>
          <a:prstGeom prst="rect">
            <a:avLst/>
          </a:prstGeom>
          <a:solidFill>
            <a:srgbClr val="FAF5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4747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özellik | 569 örnek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 ve Sonuç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14300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43000"/>
            <a:ext cx="39776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527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Nöron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58191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Biyolojik nöronun matematiksel modeli. Girdiler, ağırlıklar ve aktivasyon fonksiyonu ile çıktı üretilir.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46320" y="114300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143000"/>
            <a:ext cx="39776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2527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Mimarisi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158191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Hidden → Output katmanları. Derinlik ve genişlik deneme-yanılma ile belirlenir.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834640"/>
            <a:ext cx="397764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44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+ Backprop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Forward: girdiden çıktıya. Backprop: çıktıdan girdiye gradyan hesaplama ve ağırlık güncellemesi.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2834640"/>
            <a:ext cx="39776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2944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Praktik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Sequential API ile hızlı model geliştirme. Dropout + Early Stopping ile overfitting kontrolü.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30712"/>
          </a:solidFill>
          <a:ln w="12700">
            <a:solidFill>
              <a:srgbClr val="0307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Veri Bilimi ve YZ Uzmanlığı — Hafta 10  |  Dr. Murat Altun  |  Gelecek: OpenCV Görüntü İşleme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10: Derin Öğrenme'ye Giriş</dc:title>
  <dc:subject>PptxGenJS Presentation</dc:subject>
  <dc:creator>Dr. Murat Altun</dc:creator>
  <cp:lastModifiedBy>Dr. Murat Altun</cp:lastModifiedBy>
  <cp:revision>1</cp:revision>
  <dcterms:created xsi:type="dcterms:W3CDTF">2026-04-07T16:25:31Z</dcterms:created>
  <dcterms:modified xsi:type="dcterms:W3CDTF">2026-04-07T16:25:31Z</dcterms:modified>
</cp:coreProperties>
</file>