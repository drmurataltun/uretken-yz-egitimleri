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Görsel Üretim Atölyesi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— "Hayalden Piksele"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Midjourney, Imagen, Flux ve Türkiye yapımı Nano Banana ile diffusion modelleri. Prompt yapısı, kontrol parametreleri, telif.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İÇERİK ÜRETİM ATÖLYELERİ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Midjourney, Imagen, Flux ve Türkiye yapımı Nano Banana ile diffusion modelleri. Prompt yapısı, kontrol parametreleri, telif.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sezgisi: gürültüden anlam çıkarma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Imagen 3 + Google AI Studio (ücretsiz)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(ChatGPT içinde) ve Sora image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v6.1 + Niji (Discord ve Web)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Ideogram 2.0 — en iyi metin yazımı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(Pro/Dev/Schnell) — açık kaynak en iyi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Krea, Leonardo, Magnific (upscaler)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— Türkiye yapımı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yapısı: özne + ortam + ışık + stil + kamera + negatif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ratio, seed, CFG, sampler, ControlNet, IP-Adapter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Telif, watermark, C2PA, "AI etiketi" yasal durumu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Imagen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Ideogram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hafta05_gorsel_arac_kiyasla.ipynb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araç × 5 prompt karşılaştırma posteri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hafta05_gemini_imagen_atolye.ipynb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ile ücretsiz görsel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hafta05_midjourney_atolye.ipynb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Discord + Web — adım adım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hafta05_flux_huggingface.ipynb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Schnell — HF Spaces ücretsiz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67328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hafta05_nano_banana_uygulama.ipynb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atölyesi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sahneyi 4 farklı modelde üret, kıyaslama posteri yap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alanına özel 10'lu görsel kütüphanesi (kapak, infografi, karakter)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 bir karakter yarat — 5 farklı poz, aynı yüz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docs/Görsel üretim Rehberi.docx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docs/Kamera açıları.docx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docs/Nano Banana Uygulamaları.docx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 Prompt Galerisi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lexica.art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5 · Görsel Üretim Atölyesi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öğeli prompt yapısı (özne+ortam+ışık+stil+kamera+negatif) her modelde işe yarar.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 karakter için seed sabitleme + IP-Adapter olmazsa olmaz.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Telif ve C2PA etiketi — eğitim/ticari kullanımda yasal sınırı bil.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“Hayal gücü, doğru prompt ile pikselleşir.”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5 — Görsel Üretim Atölyesi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