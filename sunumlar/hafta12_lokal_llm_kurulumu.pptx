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Lokal LLM Kurulumu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12 — "Bulut Bağımlılığını Kır"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LM Studio, Open WebUI, Jan, GPT4All. Türkçe modeller. Donanım eşiği, kuantizasyon (Q4_K_M, Q8), GPU ve MLX optimizasyon.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MESLEĞE ÖZEL · LOKAL ·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LM Studio, Open WebUI, Jan, GPT4All. Türkçe modeller. Donanım eşiği, kuantizasyon (Q4_K_M, Q8), GPU ve MLX optimizasyon.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lokal LLM? Gizlilik, maliyet, internet bağımsızlığı, KVKK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Donanım: GPU/CPU, RAM, kuantizasyon (Q4_K_M, Q8)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en kolay başlangıç (Mac/Win/Linux)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— GUI, model arama, sohbet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 (Docker) — çoklu kullanıcı arayüzü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— açık kaynak alternatif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GPT4All — düşük donanımda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Türkçe: llama3.2, qwen2.5, gemma2, Trendyol-LLM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optimizasyonu, GPU, MLX (Apple Silicon)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performans kıyaslaması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GPT4All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hafta12_ollama_kurulum_macwinlinux.ipynb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işletim sistemi adım adım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hafta12_ilk_konusma.ipynb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 + Python REST API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hafta12_lm_studio_atolye.ipynb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ile model deneme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hafta12_openwebui_docker.ipynb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kurulum (Mac + VPS)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hafta12_model_kiyaslama.ipynb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vs Qwen vs Gemma TR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kurulumu + 3 modeli indir, 10 Türkçe görevde kıyas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WebUI'yi Docker ile kur, aile üyesine erişim 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Donanımına en uygun model + kuantizasyon raporu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Library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ollama.com/library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lmstudio.ai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github.com/open-webui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12 · Lokal LLM Kurulumu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LLM = gizliliğin kazandığı an. Ollama 5 dakikada kurulur, çevrimdışı çalışır.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için Qwen 2.5 7B Q4 + Mac M1 Pro = pratik üretkenlik için yeterli.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 Docker, evdeki herkesin "ChatGPT'sine" sıfır maliyetle dönüşür.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“Bulut, başkasının bilgisayarıdır — kendi bilgisayarın daha sadıktır.”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12 — Lokal LLM Kurulumu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