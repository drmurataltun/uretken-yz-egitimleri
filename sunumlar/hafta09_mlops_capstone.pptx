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3716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0116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t>MLOps ve Capstone Proje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657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</a:defRPr>
            </a:pPr>
            <a:r>
              <a:t>Model Yaşam Döngüsü, Deploy ve Proje Sunumu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5303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</a:defRPr>
            </a:pPr>
            <a:r>
              <a:t>Dr. Murat Altun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5669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</a:defRPr>
            </a:pPr>
            <a:r>
              <a:t>ECS Veri Bilimi ve YZ Uzmanlığı — Hafta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MLOps Nedir?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156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875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Machine Learning + DevOps = MLOps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ML modellerinin geliştirme, eğitim, deploy ve izleme süreçlerini yönetme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Tekrarlanabilirlik (Reproducibility) — aynı sonuçları güvenilir şekilde üretme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Otomasyon — model eğitimden deploy'a kadar pipeline otomasyonu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İzleme (Monitoring) — model performansının zamanla takibi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CI/CD benzeri yaklaşım: Kod değişikliği → eğitim → test → deploy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Model Yaşam Döngüsü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156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875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1. Problem Tanımlama — İş gereksinimlerini anlama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2. Veri Toplama ve Hazırlama — EDA, temizleme, feature engineering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3. Model Geliştirme — Eğitim, hiperparametre optimizasyonu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4. Model Değerlendirme — Test, cross-validation, metrikler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5. Model Deploy — API, web uygulaması, mobil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6. İzleme ve Bakım — Performans düşüşü, yeniden eğitim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Bu döngü süreklidir — model bir kez deploy edilip unutulmaz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Model Kaydetme ve Yükleme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50292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54864" cy="4754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joblib ile Kaydetme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import joblib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joblib.dump(model, 'model.joblib')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Pipeline tamamını kaydedebilir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Scaler + Model birlikte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Hızlı ve verimli serileştirme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0292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4864" cy="4754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Yükleme ve Kullanım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0312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model = joblib.load('model.joblib')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prediction = model.predict(X_new)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Versiyon uyumluluğuna dikkat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requirements.txt ile bağımlılıklar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Model dosya boyutunu kontrol edin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Streamlit ile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156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875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Python ile hızlı web uygulaması oluşturma framework'ü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pip install streamlit → streamlit run app.py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st.title(), st.write(), st.dataframe() — kolay UI bileşenleri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st.sidebar — kullanıcı girdileri için yan panel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st.file_uploader() — CSV yükleme, st.slider() — parametre ayarlama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Model yükleme: model = joblib.load('model.joblib')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Gerçek zamanlı tahmin: st.button('Tahmin Et') → model.predict()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Hugging Face Spaces ile Deploy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156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875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Hugging Face Spaces — ML uygulamalarını ücretsiz barındırma platformu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Streamlit, Gradio ve static HTML desteği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Adımlar: HF hesabı → New Space → Streamlit SDK seçimi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Dosyalar: app.py, requirements.txt, model dosyası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Git push ile otomatik deploy — her push yeni versiyon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Ücretsiz tier: 2 vCPU, 16 GB RAM — demo için yeterli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Paylaşılabilir URL ile projenizi dünyaya açın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Proje Sunumu Teknikleri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156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875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Problem → Çözüm → Sonuç akışını takip edin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İlk 2 dakika kritik — problemi net tanımlayın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Teknik detaylardan önce iş değerini vurgulayın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Görselleştirme kullanın: grafikler, confusion matrix, demo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Canlı demo riski azaltma: Kayıtlı video yedek olarak hazırlayın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Kod değil sonuçlar — izleyicilere metrik ve etki gösterin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Soru-cevap hazırlığı: Olası soruları önceden düşünün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Capstone Proje Gereksinimleri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156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875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Gerçek dünya veri seti kullanımı (Kaggle, UCI, API vb.)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Kapsamlı EDA ve veri ön işleme (eksik değer, encoding, scaling)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En az 3 farklı model karşılaştırması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Hiperparametre optimizasyonu (GridSearch veya RandomSearch)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Model değerlendirme: Cross-validation, confusion matrix, ROC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Streamlit veya Gradio ile interaktif demo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Hugging Face Spaces veya benzeri platformda deploy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GitHub repository: README, requirements.txt, temiz kod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Değerlendirme Kriterleri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50292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54864" cy="47548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</a:defRPr>
            </a:pPr>
            <a:r>
              <a:t>Teknik (%60)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Veri analizi kalitesi — %15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Model performansı — %15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Kod kalitesi ve yapısı — %10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Deploy ve erişilebilirlik — %10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Hiperparametre opt. — %10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0292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4864" cy="4754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Sunum (%40)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0312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Problem tanımı netliği — %10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Görselleştirme kalitesi — %10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Demo çalışırlığı — %10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Soru-cevap performansı — %5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Zaman yönetimi — %5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Proje Zaman Çizelgesi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156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875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Hafta 9 (Bugün): Proje konusu seçimi ve onayı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Hafta 10: Veri toplama, EDA ve ön işleme tamamlanmalı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Hafta 11: Model geliştirme ve karşılaştırma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Hafta 12: Deploy, sunum hazırlığı ve final sunumu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Teslim: GitHub repo linki + deploy URL + sunum dosyası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İpucu: Erken başlayın, iteratif geliştirin, geri bildirim alın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Özet ve Sonuç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156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875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</a:defRPr>
            </a:pPr>
            <a:r>
              <a:t>MLOps — ML modellerinin yaşam döngüsünü profesyonelce yönetme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</a:defRPr>
            </a:pPr>
            <a:r>
              <a:t>Model kaydetme (joblib) ve yeniden yükleme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</a:defRPr>
            </a:pPr>
            <a:r>
              <a:t>Streamlit ile hızlı ve etkileşimli dashboard oluşturma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</a:defRPr>
            </a:pPr>
            <a:r>
              <a:t>Hugging Face Spaces ile ücretsiz model deploy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</a:defRPr>
            </a:pPr>
            <a:r>
              <a:t>Capstone projesinde gerçek dünya problemi çözme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</a:defRPr>
            </a:pPr>
            <a:r>
              <a:t>Gelecek hafta: Derin Öğrenme'ye giriş — yapay sinir ağları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