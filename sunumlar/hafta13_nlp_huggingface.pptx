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320040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Hafta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37744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Doğal Dil İşleme (NLP) ve Hugging 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EC0"/>
                </a:solidFill>
              </a:defRPr>
            </a:pPr>
            <a:r>
              <a:t>Metin işleme, dönüştürücüler ve Türkçe NLP uygulamaları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</a:defRPr>
            </a:pPr>
            <a:r>
              <a:t>Dr. Murat Altun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ECS Veri Bilimi ve YZ Uzmanlığı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NLP Nedir?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Doğal Dil İşleme (Natural Language Processing): Bilgisayarların insan dilini anlaması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Metin sınıflandırma, çeviri, özetleme, soru-cevap gibi görevler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Günlük hayatta: Spam filtresi, sesli asistanlar, chatbot’lar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Dil modelleri: İstatistiksel → Sinir ağı tabanlı → Transformer tabanlı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NLP’nin temel zorlukları: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Belirsizlik (ambiguity): "Bankaya git" (finans mı, nehir kenarı mı?)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Bağlam bağımlılığı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Dile özgü kurallar (Türkçe sondan eklemeli yapı)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Uygulama alanları: Sağlık, hukuk, finans, eğitim, müşteri hizmetleri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Metin Ön İşleme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Tokenization: Metni kelimelere/alt kelimelere ayırma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"Kediler sevimlidir" → ["Kediler", "sevimlidir"]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Lowercasing: Tüm harfleri küçük yapma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Stop words: Anlam taşımayan kelimeleri çıkarma (ve, bir, bu)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Noktalama temizliği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Stemming: Kelimenin kökünü bulma (kurallı kesme)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"koşuyordum" → "koş"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Lemmatization: Sözlük formuna dönüştürme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"better" → "good" (İngilizce örnek)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Türkçe için Zemberek kütüphanesi kullanılabilir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N-gram: Ardışık n kelimelik gruplar (bigram, trigram)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Bag of Words ve TF-IDF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Bag of Words (BoW): Metni kelime frekans vektörüne dönüştürme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Kelime sırası kaybolur, sadece sayılar kalır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CountVectorizer ile kolay uygulama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TF-IDF (Term Frequency – Inverse Document Frequency):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Nadir kelimeler daha önemli, yaygın kelimeler daha az önemli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TF: Kelimenin belgede geçme sıklığı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IDF: log(toplam belge / kelimeyi içeren belge)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Python ile TF-IDF: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from sklearn.feature_extraction.text import TfidfVectorizer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vectorizer = TfidfVectorizer()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X = vectorizer.fit_transform(corpus)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BoW vs TF-IDF karşılaştırma: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BoW: Basit, hızlı ama anlam kaybı var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TF-IDF: Daha iyi ağırlıklandırma, seyrek matris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Word Embeddings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Kelimeleri yoğun vektörlerle temsil etme (50-300 boyut)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Word2Vec: CBOW ve Skip-gram mimarileri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"kral" - "erkek" + "kadın" ≈ "kraliçe"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GloVe: Global matris faktörizasyonu ile eğitim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FastText: Alt-kelime (subword) bilgisi kullanır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Embedding’lerin avantajları: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Anlamsal benzerlik yakalanır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Boyut indirgeme (sparse → dense)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Transfer öğrenme mümkün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Bağlamsal embeddingler: ELMo, BERT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Aynı kelime farklı bağlamlarda farklı vektör alır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"mouse" (hayvan) ≠ "mouse" (bilgisayar)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Hugging Face Transformers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Hugging Face: Açık kaynak NLP ekosistemi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Model Hub: 500.000+ eğitilmiş model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Datasets: 100.000+ hazır veri seti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Transformers kütüphanesi: PyTorch &amp; TensorFlow desteği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Kurulum: pip install transformers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Temel bileşenler: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AutoModel: Otomatik model yükleme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AutoTokenizer: Model-uyumlu tokenizer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Pipeline: Kolay kullanım arayüzü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Spaces: Demo ve uygulama paylaşım platformu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Ücretsiz GPU ile Colab/Kaggle entegrasyonu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BERT ve DistilBERT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BERT (Bidirectional Encoder Representations from Transformers)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Google tarafından 2018’de yayınlandı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Çift yönlü bağlam anlama (sağ + sol)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Masked Language Model (MLM) ile eğitim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110M parametre (base), 340M (large)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DistilBERT: BERT’in hafif versiyonu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%60 daha hızlı, %40 daha küçük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Performansın %97’sini korur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Bilgi damıtma (knowledge distillation) ile eğitildi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Kullanım alanları: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Metin sınıflandırma, NER, soru-cevap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Cümle benzerliği, duygu analizi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Pipeline Kullanımı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Sentiment Analysis (Duygu Analizi):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from transformers import pipeline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classifier = pipeline('sentiment-analysis')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classifier('Bu film harika!')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Named Entity Recognition (NER):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ner = pipeline('ner', grouped_entities=True)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ner('Ankara Türkiye\'nin başkentidir')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Text Summarization (Özetleme):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summarizer = pipeline('summarization')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summarizer(long_text, max_length=100)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Question Answering (Soru-Cevap):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qa = pipeline('question-answering')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qa(question='Başkent neresi?',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 context='Ankara Türkiye\'nin başkentidir')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Translation, Fill-mask, Text Generation...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Türkçe NLP Modelleri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BERTurk: Türkçe BERT modeli (dbmdz/bert-base-turkish-cased)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savasy/bert-base-turkish-sentiment-cased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Türkçe NER modelleri: savasy/bert-base-turkish-ner-cased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Türkçe özetleme: csebuetnlp/mT5_multilingual_XLSum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Türkçe NLP zorlukları: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Sondan eklemeli (aglütinatif) yapı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Zengin morfoloji: "ev" → "evlerimizden"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Veri azlığı (İngilizce’ye kıyasla)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Çözümler: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Çoklu dil modelleri (mBERT, XLM-R)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Türkçe özelleştirilmiş tokenizer’lar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— Veri artırma (data augmentation)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Duygu Analizi Uygulaması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53035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Adım 1: Kütüphaneleri yükle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pip install transformers torch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Adım 2: Pipeline oluştur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from transformers import pipeline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sentiment = pipeline('sentiment-analysis',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    model='savasy/bert-base-turkish-sentiment-cased')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Adım 3: Analiz yap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result = sentiment('Bu ürün çok kaliteli!')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280160"/>
            <a:ext cx="576072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46304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Toplu analiz: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yorumlar = ['Harika!', 'Kötü deneyim', 'Fena değil']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sonuclar = sentiment(yorumlar)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Sonuç formatı: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  {'label': 'positive', 'score': 0.98}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Görselleştirme: matplotlib ile bar chart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• Gerçek dünya uygulaması: Ürün yorumu analizi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EC0"/>
                </a:solidFill>
              </a:defRPr>
            </a:pPr>
            <a:r>
              <a:t>Dr. Murat Altun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6400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0AEC0"/>
                </a:solidFill>
              </a:defRPr>
            </a:pPr>
            <a:r>
              <a:t>ECS Veri Bilimi ve YZ Uzmanlığı — Hafta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Özet ve Sonuç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22860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11430000" cy="4846320"/>
          </a:xfrm>
          <a:prstGeom prst="roundRect">
            <a:avLst/>
          </a:prstGeom>
          <a:solidFill>
            <a:srgbClr val="1A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789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NLP, bilgisayarların insan dilini anlamasını sağlayan yapay zekâ alanıdır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Metin ön işleme: tokenization, stemming, lemmatization temel adımlardır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BoW ve TF-IDF geleneksel metin temsil yöntemleridir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Word Embeddings kelimeleri anlamsal vektörlere dönüştürür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Hugging Face, NLP modellerini kolay kullanılır hâle getirir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BERT çift yönlü bağlam anlama ile devrim yarattı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Pipeline API ile sentiment, NER, summarization gibi görevler tek satırda çözülür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✓ Türkçe NLP için BERTurk ve özelleştirilmiş modeller mevcuttur</a:t>
            </a: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E2E8F0"/>
                </a:solidFill>
              </a:defRPr>
            </a:pPr>
            <a:r>
              <a:t>Gelecek hafta: Üretken Yapay Zekâ (Generative AI) ve LLM’ler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