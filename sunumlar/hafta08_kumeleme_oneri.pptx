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Kümeleme ve Öneri Sistemleri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Denetimsiz öğrenme, K-Means, müşteri segmentasyonu ve film önerileri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ECS Veri Bilimi ve YZ Uzmanlığı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Denetimsiz Öğrenme Nedir?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Etiketlenmemiş veri ile kalıp keşfetme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Denetimli öğrenme: y etiketi var → tahmin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Denetimsiz öğrenme: y yok → yapı keşfi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Temel görevler: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Kümeleme (Clustering): Benzer örnekleri grupla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Boyut indirgeme: PCA, t-SNE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Anomali tespiti: Sıra dışı örnekleri bul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Kullanım alanları: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Müşteri segmentasyonu (pazarlama)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Belge kümeleme (NLP)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Görüntü segmentasyonu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Gen ekspresyon analizi (biyoinformatik)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Ağ trafiği anomali tespiti (güvenlik)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Zorluk: Doğru küme sayısını belirlemek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Değerlendirme: İç metrikler (Silhouette, Elbow)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K-Means Algoritması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En yaygın kümeleme algoritması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Adımlar: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K adet merkez noktası rastgele seç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Her veri noktasını en yakın merkeze ata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Her kümenin yeni merkezini hesapla (ortalama)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Merkezler değişmeyene kadar 2-3’ü tekrarla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Python ile K-Means: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sklearn.cluster import KMeans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kmeans = KMeans(n_clusters=3, random_state=42)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kmeans.fit(X)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labels = kmeans.labels_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centers = kmeans.cluster_centers_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Önemli parametreler: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n_clusters: Küme sayısı (K)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init: Başlangıç yöntemi ('k-means++' önerilir)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n_init: Kaç farklı başlangıç deneneceği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Elbow Yöntemi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Optimum K değerini belirlemek için kullanılır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WCSS (Within-Cluster Sum of Squares):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Her küme içi mesafelerin karesi toplamı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 arttıkça WCSS azalır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"Dirsek" noktası: Azalmanın yavaşladığı yer → Optimum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Python ile Elbow: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wcss = []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for k in range(1, 11):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km = KMeans(n_clusters=k, random_state=42)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km.fit(X)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wcss.append(km.inertia_)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plt.plot(range(1, 11), wcss, 'bo-')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plt.xlabel('K'); plt.ylabel('WCSS')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plt.title('Elbow Yöntemi')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Silhouette Skoru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Kümeleme kalitesini ölçen metrik [-1, 1]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Formül: s(i) = (b(i) - a(i)) / max(a(i), b(i))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a(i): Aynı küme içi ortalama mesafe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b(i): En yakın komşu kümeye ortalama mesafe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Yorum: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+1’e yakın: İyi ayrılmış kümeler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0 civarı: Küme sınırında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Negatif: Yanlış kümeye atanmış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Python ile Silhouette: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sklearn.metrics import silhouette_score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score = silhouette_score(X, labels)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Her K için Silhouette: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scores = []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for k in range(2, 11):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km = KMeans(n_clusters=k)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labels = km.fit_predict(X)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scores.append(silhouette_score(X, labels))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En yüksek skor → En iyi 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Müşteri Segmentasyonu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RFM Analizi ile müşteri gruplandırma: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Recency: Son alışveriş ne zaman?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Frequency: Ne sıklıkla alışveriş yapıyor?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Monetary: Toplam ne kadar harcadı?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Adımlar: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RFM özelliklerini hesapla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StandardScaler ile ölçekle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K-Means ile kümele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Kümeleri yorumla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Tipik müşteri segmentleri: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VIP Müşteriler: Yüksek R, F, 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Sadık Müşteriler: Yüksek F, orta 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Risk Altındaki: Düşük R, yüksek geçmiş 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Yeni Müşteriler: Yüksek R, düşük F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Kayıp Müşteriler: Düşük R, F, 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İş etkisi: Her segmente özel kampanya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Görselleştirme: 3D scatter plot,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Öneri Sistemleri: Genel Bakış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Content-Based Filtering (İçerik tabanlı):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Ürün özelliklerine göre benzerlik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"Bu filme benzer filmler" yaklaşımı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Kullanıcının geçmiş tercihlerine dayalı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Soğuk başlangıç: Yeni kullanıcı sorunu 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Collaborative Filtering (İşbirlikçi):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Kullanıcı davranış benzerliğine göre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"Senin gibi kullanıcılar bunu beğendi"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User-based: Benzer kullanıcıları bul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Item-based: Benzer öğeleri bul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Soğuk başlangıç: Yeni ürün/kullanıcı sorunu var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Hibrit: İkisini birleştir (Netflix, Spotify)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Cosine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İki vektör arasındaki açısal benzerlik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Formül: cos(θ) = (A·B) / (||A|| × ||B||)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Değer aralığı: [-1, 1] (genelde [0, 1])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1.0: Tamamen aynı yön (çok benzer)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0.0: Dik (ilişkisiz)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-1.0: Zıt yön (zıt tercihler)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Python ile hesaplama: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sklearn.metrics.pairwise import cosine_similarity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similarity = cosine_similarity(matrix)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Neden Cosine?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Büyüklükten bağımsız (normalize edilmiş)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Seyrek vektörlerde etkili (TF-IDF, rating matrisi)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Hesaplama açısından verimli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Alternatifler: Pearson korelasyonu, Jaccard benzerliği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Film Öneri Sistemi Uygulaması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Veri seti: MovieLens (100K veya 1M)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Content-Based yaklaşım: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Film türlerini one-hot encode et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TF-IDF ile film açıklamalarını vektörleştir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Cosine similarity matrisi oluştur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En benzer N filmi öner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sklearn.feature_extraction.text import TfidfVectorizer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tfidf = TfidfVectorizer(stop_words='english')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matrix = tfidf.fit_transform(df['overview'])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Collaborative Filtering yaklaşım: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Kullanıcı-film rating matrisi oluştur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Kullanıcılar arası cosine similarity hesapla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Benzer kullanıcıların beğendiği filmleri öner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sklearn.neighbors import NearestNeighbors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 = NearestNeighbors(metric='cosine')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model.fit(user_item_matrix)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Değerlendirme: RMSE, Precision@K, Recall@K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Kümeleme: Diğer Algoritmalar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DBSCAN (Density-Based):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Yoğun bölgeleri küme olarak algılar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Gürültü (noise) noktalarını ayırır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 önceden belirtilmez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Parametreler: eps (yarıçap), min_samples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Hierarchical Clustering (Hiyerarşik):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Agglomerative: Aşağıdan yukarı birleştirme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Dendrogram ile görselleştirme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K’yı dendrogram keserek belirle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Gaussian Mixture Models (GMM):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Olasılıksal kümeleme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Her nokta birden fazla kümeye ait olabilir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Yumuşak (soft) atama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Denetimsiz öğrenme, etiketsiz veride gizli yapıları keşfeder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K-Means en yaygın kümeleme algoritmasıdır: merkezlere atama + güncelleme döngüsü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Elbow yöntemi ve Silhouette skoru ile optimum küme sayısı belirlenir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Müşteri segmentasyonu (RFM analizi) iş dünyasında yaygın kullanılır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Öneri sistemleri: Content-based (ürün özellikleri) ve Collaborative (kullanıcı davranışı)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Cosine Similarity, vektörler arası benzerliği ölçen temel metriktir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Film öneri sistemi: TF-IDF + Cosine Similarity ile pratik uygulama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DBSCAN ve Hierarchical Clustering alternatif kümeleme yöntemleridir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Gelecek hafta: Yapay Sinir Ağları ve Derin Öğrenme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