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Regresyon Analizi ve Model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F4444"/>
                </a:solidFill>
              </a:defRPr>
            </a:pPr>
            <a:r>
              <a:t>Makine Öğrenmesine Giriş, Lineer Regresyon ve Gradio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33295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ECS Veri Bilimi ve YZ Uzmanlığı — Hafta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Makine Öğrenmesi Nedir?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Denetimli Öğrenme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Tanım: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Bilgisayarların açıkça programlanmadan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veriden öğrenmesini sağlayan alan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Denetimli Öğrenme (Supervised):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Etiketli veri ile eğitim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Giriş (X) → Çıkış (y) ilişkisini öğrenir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Regresyon: Sayısal çıktı (fiyat tahmini)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Sınıflandırma: Kategorik çıktı (spam/değil)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Diğer Yaklaşımlar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Denetimsiz Öğrenme (Unsupervised):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Etiketsiz veri ile yapı keşfi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Kümeleme (Clustering): Müşteri segmentasyonu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Boyut indirgeme: PCA, t-SNE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Pekiştirmeli Öğrenme (Reinforcement):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Deneme-yanılma ile öğrenme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Ödül/ceza mekanizması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Oyun oynama, robot kontrolü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Regresyon Problemi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Problem Tanımı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Regresyon Nedir?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Bağımsız değişkenler (X) ile sürekli bir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bağımlı değişken (y) arasındaki ilişkiyi modelleme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Gerçek Dünya Örnekleri: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Ev fiyatı tahmini (alan, oda, konum)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Maaş tahmini (tecrübe, eğitim, sektör)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Satış tahmini (reklam bütçesi, mevsim)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Hava sıcaklığı tahmini (tarih, nem, basınç)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Regresyon Türleri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Regresyon Türleri: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Lineer Regresyon: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Doğrusal ilişki → y = mx + b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Polinom Regresyon: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Eğrisel ilişki → y = ax² + bx + c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Ridge / Lasso Regresyon: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Düzenlileştirme ile aşırı öğrenme önleme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Random Forest Regresyon: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Ağaç tabanlı, doğrusal olmayan ilişkiler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Lineer Regresyon Formülü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Formül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Basit Lineer Regresyon: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y = β₀ + β₁x + ε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y: Bağımlı değişken (tahmin edilen)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β₀: Kesim noktası (intercept)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β₁: Eğim katsayısı (slope)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x: Bağımsız değişken (girdi)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ε: Hata terimi (residual)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Çoklu Lineer Regresyon: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y = β₀ + β₁x₁ + β₂x₂ + ... + βₙxₙ + 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OLS ve Varsayımlar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En Küçük Kareler (OLS) Yöntemi: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Hata karelerinin toplamını minimize eder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Σ(yᵢ - ŷᵢ)² → minimum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Varsayımlar: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Doğrusallık (X ve y doğrusal ilişkili)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Bağımsızlık (gözlemler bağımsız)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Homojen varyans (sabit yayılım)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Normal dağılmış hatalar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Varsayım ihlali → model güvenilirliği düşer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Train/Test Split ve Model Eğitimi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sklearn.model_selection import train_test_split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sklearn.linear_model import LinearRegression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Özellikler ve hedef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X = df[["alan", "oda_sayisi", "yas"]]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y = df["fiyat"]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Veriyi böl (%80 eğitim, %20 test)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X_train, X_test, y_train, y_test = train_test_split(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X, y, test_size=0.2, random_state=42)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Model oluştur ve eğit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model = LinearRegression()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model.fit(X_train, y_train)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Tahmin yap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y_pred = model.predict(X_test)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Neden Bölme Yapılır?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Modelin görmediği veri ile değerlendirilmesi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Aşırı öğrenmenin (overfitting) tespiti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Oranlar: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%80/%20 veya %70/%30 yaygın kullanılır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random_state: Tekrarlanabilirlik için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Adımlar: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1. X (özellikler) ve y (hedef) ayırma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2. train_test_split ile bölme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3. model.fit() ile eğitim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4. model.predict() ile tahmin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Regresyon Metrikleri: MAE, RMSE, R²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sklearn.metrics import 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mean_absolute_error,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mean_squared_error,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r2_score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MAE — Ortalama Mutlak Hata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mae = mean_absolute_error(y_test, y_pred)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RMSE — Kök Ortalama Kare Hata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rmse = mean_squared_error(y_test, y_pred,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              squared=False)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R² — Belirlilik Katsayısı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r2 = r2_score(y_test, y_pred)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print(f"MAE: {mae:.2f}")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print(f"RMSE: {rmse:.2f}")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print(f"R²: {r2:.4f}")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MAE (Mean Absolute Error):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Hataların mutlak değerlerinin ortalaması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Yorumlaması kolay, aynı birimde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RMSE (Root Mean Squared Error):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Hata karelerinin ortalamasının karekökü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Büyük hatalara daha duyarlı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R² (R-Squared):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0-1 arası (1 = mükemmel uyum)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Modelin açıkladığı varyans oranı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R² = 0.85 → Varyansın %85'i açıklanıyor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Feature Engineering (Özellik Mühendisliği)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Dönüşüm ve Kodlama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Sayısal Dönüşümler: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Ölçeklendirme (StandardScaler, MinMaxScaler)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Log dönüşümü (çarpık dağılımlar için)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Polinom özellikler (x², x₁·x₂)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Kategorik Kodlama: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One-Hot Encoding (pd.get_dummies)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Label Encoding (sıralı kategoriler)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Target Encoding (ileri düzey)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Oluşturma ve Seçim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Yeni Özellik Oluşturma: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Tarih → yıl, ay, gün, hafta günü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Metin → kelime sayısı, uzunluk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Adres → ilçe, bölge gruplaması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Özellik Seçimi: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Korelasyon analizi (yüksek korelasyon seç)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Feature importance (model tabanlı)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RFE (Recursive Feature Elimination)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İyi özellikler &gt; karmaşık model!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Gradio ile Model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gradio as gr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pickle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Eğitilmiş modeli yükle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model = pickle.load(open("model.pkl", "rb"))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Tahmin fonksiyonu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def tahmin_yap(alan, oda, yas):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girdi = [[alan, oda, yas]]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fiyat = model.predict(girdi)[0]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return f"{fiyat:,.0f} TL"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Gradio arayüzü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demo = gr.Interface(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fn=tahmin_yap,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inputs=[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gr.Number(label="Alan (m²)"),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gr.Number(label="Oda Sayısı"),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gr.Number(label="Bina Yaşı")],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outputs=gr.Text(label="Tahmini Fiyat"),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title="Ev Fiyat Tahmini")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demo.launch()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Gradio Nedir?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ML modelleri için hızlı web arayüzü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pip install gradio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Temel Bileşenler: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gr.Interface: Ana arayüz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fn: Tahmin fonksiyonu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inputs: Giriş bileşenleri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outputs: Çıkış bileşenleri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Paylaşım: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demo.launch(share=True)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→ Geçici public URL oluşturur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HuggingFace Spaces ile Yayınlama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HuggingFace Spaces Nedir?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ML uygulamalarını ücretsiz barındırma servisi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Gradio ve Streamlit destekler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Git tabanlı deployment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Adımlar: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huggingface.co/new-space → Yeni Space oluştur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SDK olarak 'Gradio' seçin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app.py dosyanızı yükleyin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requirements.txt ekleyin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5. Otomatik build ve deploy!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Yapı ve Dosyalar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Dosya Yapısı: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my-app/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├── app.py           # Gradio uygulaması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├── model.pkl         # Eğitilmiş model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├── requirements.txt  # Bağımlılıklar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└── README.md         # Space açıklaması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requirements.txt: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gradio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scikit-learn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pandas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numpy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URL: huggingface.co/spaces/username/app-name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 Değerlendirme ve İyileştirme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Sorunlar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Overfitting (Aşırı Öğrenme):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Train skoru çok yüksek, test skoru düşük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Model eğitim verisini ezberliyor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Çözüm: Daha fazla veri, regularization, basitleştirme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Underfitting (Yetersiz Öğrenme):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Hem train hem test skoru düşük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Model yeterince karmaşık değil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Çözüm: Daha fazla özellik, karmaşık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Çözümler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İyileştirme Stratejileri: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Feature engineering ile daha iyi özellikler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Hiperparametre optimizasyonu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Farklı algoritmaları deneme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Çapraz doğrulama (Cross Validation)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5. Ensemble yöntemleri (birleştirme)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Baseline Model: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Her zaman basit bir model ile başlayın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Karmaşık modellerin artı değerini ölçün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Değerlendirme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Temel Çıkarımlar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ML: Denetimli, denetimsiz ve pekiştirmeli öğrenme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Lineer regresyon en temel denetimli öğrenme modelidir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Train/test split ile model genellemesi test edilir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MAE, RMSE, R² ile model performansı ölçülür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Feature engineering model başarısını doğrudan etkiler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Gradio ile modeli kolayca web arayüzüne dönüştürebilirsiniz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HuggingFace Spaces ücretsiz deployment imkânı sunar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Ödev / 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Kaggle'dan bir ev fiyat veri seti indirin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Lineer regresyon modeli eğitin ve metriklerini raporlayın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En az 2 yeni özellik oluşturun (feature engineering)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Gradio arayüzü hazırlayın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HuggingFace Spaces'e deploy edin ve linkini paylaşın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