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Derin Öğrenme'ye Giriş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</a:defRPr>
            </a:pPr>
            <a:r>
              <a:t>Yapay Sinir Ağları, Aktivasyon, Backpropagation, TensorFlow/Keras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Dr. Murat Altun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ECS Veri Bilimi ve YZ Uzmanlığı — Hafta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Biyolojik Nörondan Yapay Nörona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Biyolojik nöron: Dendrit (girdi) → Soma (işlem) → Akson (çıktı)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Yapay nöron: Girdiler x Ağırlıklar → Toplam → Aktivasyon → Çıktı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y = f(w1*x1 + w2*x2 + ... + wn*xn + b)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w: ağırlıklar (öğrenilen), b: bias (eşik değeri)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f: aktivasyon fonksiyonu — doğrusal olmayan dönüşüm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Tek bir nöron → basit sınıflandırma (AND, OR gibi)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Çok katmanlı ağ → karmaşık örüntüleri öğrenebilir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ANN Mimarisi: Input / Hidden /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54864" cy="4754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Katmanlar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Input Layer: Ham veri girişi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Hidden Layer(s): Öğrenme burada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Output Layer: Tahmin çıktısı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Fully Connected (Dense) katman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Her nöron bir sonraki katmana bağlı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" cy="4754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Terminoloji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Derinlik: Katman sayısı (deep = çok)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Genişlik: Katmandaki nöron sayısı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Parametre: Toplam ağırlık + bias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Mimari seçimi: Deneme-yanılma + deneyim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Aşırı büyük ağ → overfitting riski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Aktivasyon Fonksiyonları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ReLU (Rectified Linear Unit): f(x) = max(0, x)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   → En yaygın, hızlı, vanishing gradient sorununu azaltır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Sigmoid: f(x) = 1 / (1 + e^-x) → [0, 1] aralığında çıktı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   → İkili sınıflandırma çıktı katmanında kullanılır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Softmax: Her sınıf için olasılık dağılımı → toplamı 1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   → Çoklu sınıflandırma çıktı katmanında kullanılır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Tanh: [-1, 1] aralığı — simetrik çıktı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Hidden katmanlarda genellikle ReLU tercih edilir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Forward ve Backpropagation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54864" cy="4754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Forward Propagation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Girdiden çıktıya doğru hesaplama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Her katmanda: z = Wx + b → a = f(z)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Son katman çıktısı: tahmin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Kayıp hesaplama: L(y, y_hat)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Binary: BCE, Multi: CCE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" cy="4754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Backpropagation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Çıktıdan girdiye doğru gradyan hesaplama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Zincir kuralı (chain rule) ile türev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Her ağırlık için dL/dw hesaplanır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Gradient Descent ile güncelleme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w_new = w_old - lr * dL/dw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TensorFlow / Keras Giriş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TensorFlow: Google'ın açık kaynak derin öğrenme framework'ü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Keras: TensorFlow üzerine inşa edilmiş yüksek seviye API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pip install tensorflow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import tensorflow as tf / from tensorflow import keras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GPU desteği ile büyük modeller hızlıca eğitilebilir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Ekosistem: TensorBoard (görselleştirme), TF Lite (mobil), TF.js (web)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Alternatif: PyTorch (araştırma odaklı, daha esnek)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Sequential Model ile İlk ANN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model = keras.Sequential([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     keras.layers.Dense(128, activation='relu', input_shape=(n_features,)),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     keras.layers.Dense(64, activation='relu'),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     keras.layers.Dense(1, activation='sigmoid')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  ])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model.compile(optimizer='adam', loss='binary_crossentropy', metrics=['accuracy'])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model.fit(X_train, y_train, epochs=50, batch_size=32, validation_split=0.2)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model.evaluate(X_test, y_test) → kayıp ve doğruluk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Epoch, Batch Size ve Learning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Epoch: Tüm eğitim verisinin modelden bir kez geçmesi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   → 50 epoch = veri seti 50 kez baştan sona işlenir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Batch Size: Her adımda işlenen örnek sayısı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   → 32, 64, 128 yaygın değerler — küçük batch → daha iyi genelleme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Learning Rate (lr): Ağırlık güncelleme adım büyüklüğü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   → Çok büyük → ıraksama, çok küçük → yavaş öğrenme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   → Varsayılan Adam optimizer lr = 0.001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Bu üç parametre model başarısını doğrudan etkiler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Overfitting Önleme: Dropout ve Early Stopping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54864" cy="4754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Dropout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Eğitim sırasında rastgele nöronları devre dışı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keras.layers.Dropout(0.3) → %30 kapatma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Her iterasyonda farklı alt ağ → regülarizasyon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Test/tahmin sırasında dropout kapalı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Hidden katmanlar arasına eklenir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" cy="4754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Early Stopping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Validation loss iyileşmeyi bırakınca dur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EarlyStopping(patience=5, restore_best_weights=True)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Gereksiz epoch'ları önler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En iyi modeli otomatik geri yükler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callbacks=[early_stop] → model.fit()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Pratik: İlk Derin Öğrenme Modeli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Veri seti: sklearn.datasets (iris, digits veya breast_cancer)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1. Veri hazırlama: StandardScaler + train_test_split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2. Model tanımlama: Sequential → Dense(128) → Dropout(0.3) → Dense(64) → Output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3. Compile: Adam optimizer, uygun loss fonksiyonu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4. Eğitim: fit() ile epochs=100, EarlyStopping callback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5. Değerlendirme: Loss/accuracy grafiği, confusion matrix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6. Karşılaştırma: Klasik ML (Random Forest) vs DL sonuçları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Özet ve Sonuç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Yapay nöron — biyolojik nöronun matematiksel modeli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ANN mimarisi: Input → Hidden → Output katmanları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ReLU, Sigmoid, Softmax — doğru aktivasyon seçimi kritik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Forward + Backpropagation ile ağırlıklar güncellenir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TensorFlow/Keras ile hızlı model geliştirme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Dropout ve Early Stopping ile overfitting kontrolü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Gelecek hafta: OpenCV ile görüntü işleme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