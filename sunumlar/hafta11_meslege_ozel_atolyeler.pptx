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4A251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48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Mesleğe Özel Atölyeler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743200" cy="4572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 11 — "Araştırmadan Karara"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Akademisyen (Elicit, Consensus, ResearchRabbit), sağlık/hukuk/finans dikey araçları, yaratıcı/girişimci no-code (Lovable, Bolt.new) — 3 paralel parkur.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Murat Altun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354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Üretken YZ Atölyesi · Prompttan Ürüne ·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320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822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0" y="1371600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52704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20299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Notebook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578608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273405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26480" y="323697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Ödev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3785616"/>
            <a:ext cx="1920240" cy="18288"/>
          </a:xfrm>
          <a:prstGeom prst="rect">
            <a:avLst/>
          </a:prstGeom>
          <a:solidFill>
            <a:srgbClr val="6B3A28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941064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26480" y="444398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Seti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Haftada Ne Öğreneceğiz?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MESLEĞE ÖZEL · LOKAL · 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417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Akademisyen (Elicit, Consensus, ResearchRabbit), sağlık/hukuk/finans dikey araçları, yaratıcı/girişimci no-code (Lovable, Bolt.new) — 3 paralel parkur.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761488"/>
            <a:ext cx="329184" cy="329184"/>
          </a:xfrm>
          <a:prstGeom prst="ellipse">
            <a:avLst/>
          </a:prstGeom>
          <a:solidFill>
            <a:srgbClr val="2B7A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7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Konseptler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ana konu, kavram haritası ve etkin örnekler.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468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468880"/>
            <a:ext cx="54864" cy="914400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761488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Pratiği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adım-adım notebook ile uygulamalı çalışma.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520440"/>
            <a:ext cx="54864" cy="914400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813048"/>
            <a:ext cx="329184" cy="329184"/>
          </a:xfrm>
          <a:prstGeom prst="ellipse">
            <a:avLst/>
          </a:prstGeom>
          <a:solidFill>
            <a:srgbClr val="7C5BB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5B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Araç Seti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farklı aracın derinlikli kullanımı.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52044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520440"/>
            <a:ext cx="54864" cy="914400"/>
          </a:xfrm>
          <a:prstGeom prst="rect">
            <a:avLst/>
          </a:prstGeom>
          <a:solidFill>
            <a:srgbClr val="3A9E6B"/>
          </a:solidFill>
          <a:ln/>
        </p:spPr>
      </p:sp>
      <p:sp>
        <p:nvSpPr>
          <p:cNvPr id="32" name="Shape 30"/>
          <p:cNvSpPr/>
          <p:nvPr/>
        </p:nvSpPr>
        <p:spPr>
          <a:xfrm>
            <a:off x="4937760" y="3813048"/>
            <a:ext cx="329184" cy="329184"/>
          </a:xfrm>
          <a:prstGeom prst="ellipse">
            <a:avLst/>
          </a:prstGeom>
          <a:solidFill>
            <a:srgbClr val="3A9E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813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94960" y="3657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Çıktı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94960" y="3977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ödev ile somut, paylaşılabilir ürün.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1/3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AKADEMİK: NotebookLM ileri, Elicit, Consensus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AKADEMİK: ResearchRabbit + Connected Papers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AKADEMİK: SciSpace, Scite, Paperpal, Trinka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AKADEMİK: Atıf yönetimi (Zotero AI, Mendeley AI)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2/3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SAĞLIK: OpenEvidence, Doximity GPT — TTB etik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8308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197510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1947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HUKUK: Harvey AI, Lexis+ AI — Barolar uyumu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5176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28437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816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FİNANS: Bloomberg GPT, FinChat — SPK uyumu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52044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71246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12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43000" y="3685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YARATICI: Jasper, Copy.ai, SurferSEO, Frase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Konular · 3/3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713232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0642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064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GİRİŞİMCİ: Lovable, Bolt.new, Replit Agent (no-code uygulama)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 Haftanın Araç Seti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1440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5" name="Shape 13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16" name="Text 14"/>
          <p:cNvSpPr/>
          <p:nvPr/>
        </p:nvSpPr>
        <p:spPr>
          <a:xfrm>
            <a:off x="4965192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40680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ResearchRabbit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69164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5" name="Shape 23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85623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Bolt.new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2468880"/>
            <a:ext cx="38862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468880"/>
            <a:ext cx="54864" cy="64008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5" name="Shape 33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6" name="Text 34"/>
          <p:cNvSpPr/>
          <p:nvPr/>
        </p:nvSpPr>
        <p:spPr>
          <a:xfrm>
            <a:off x="4965192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26334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Harvey AI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araçların ücretsiz katmanı atölyede gösterilir. Premium gerekmez.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Atölye Notebook'ları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hafta11A_akademik_arastirma.ipynb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10332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 + Consensus + NotebookLM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62763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627632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hafta11B_dikey_alanlar.ipynb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174650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Sağlık / Hukuk / Finans atölyesi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340864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hafta11C_pazarlama_girisimcilik.ipynb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4597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+ SEO + içerik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54096"/>
            <a:ext cx="54864" cy="59436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7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📓 hafta11_lovable_bolt_replit_atolye.ipynb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1729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uygulama atölyesi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Pratik Ödevler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17043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170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10789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Akademisyen: 1 makalelik mini sistematik review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7452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0391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Hekim/Hukukçu: 1 vakalık dikey araç testi + etik raporu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841248"/>
          </a:xfrm>
          <a:prstGeom prst="rect">
            <a:avLst/>
          </a:prstGeom>
          <a:solidFill>
            <a:srgbClr val="FEF5EE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34640"/>
            <a:ext cx="54864" cy="841248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90672"/>
            <a:ext cx="329184" cy="329184"/>
          </a:xfrm>
          <a:prstGeom prst="ellipse">
            <a:avLst/>
          </a:prstGeom>
          <a:solidFill>
            <a:srgbClr val="C97B5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90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299923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Yaratıcı/Girişimci: Lovable veya Bolt ile küçük landing page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ödev kişisel öğrenme defterine kaydedilir, capstone projesinde tekrar kullanılır.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5B2C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Kaynaklar ve Referanslar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0" y="164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0" y="47731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pPr algn="r" indent="0" marL="0">
              <a:buNone/>
            </a:pPr>
            <a:r>
              <a:rPr lang="en-US" sz="8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78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005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docs/akademik araçlar.docx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28016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7830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elicit.com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46888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33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8346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lovable.dev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246120"/>
            <a:ext cx="54864" cy="658368"/>
          </a:xfrm>
          <a:prstGeom prst="rect">
            <a:avLst/>
          </a:prstGeom>
          <a:solidFill>
            <a:srgbClr val="7C5BB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Bolt.new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36118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9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bolt.new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B2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A7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Hafta 11 · Mesleğe Özel Atölyeler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2286000" cy="36576"/>
          </a:xfrm>
          <a:prstGeom prst="rect">
            <a:avLst/>
          </a:prstGeom>
          <a:solidFill>
            <a:srgbClr val="C97B5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069848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960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YZ 'genel asistan' değil — branşına özel dikey araçlar, sektör verimliliğini patlatır.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18488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728216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728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161848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Akademide Elicit + Consensus, sistematik review süresini günlerden saatlere indirir.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76856"/>
            <a:ext cx="8229600" cy="548640"/>
          </a:xfrm>
          <a:prstGeom prst="rect">
            <a:avLst/>
          </a:prstGeom>
          <a:solidFill>
            <a:srgbClr val="3D231A"/>
          </a:solidFill>
          <a:ln w="12700">
            <a:solidFill>
              <a:srgbClr val="5A3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386584"/>
            <a:ext cx="329184" cy="329184"/>
          </a:xfrm>
          <a:prstGeom prst="ellipse">
            <a:avLst/>
          </a:prstGeom>
          <a:solidFill>
            <a:srgbClr val="5B2C1E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386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/ Bolt.new ile fikrini 1 saatte canlı uygulamaya dönüştürebilirsin.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2E171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7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“Genel araç çok şey bilir, dikey araç bir şeyi mükemmel bilir.”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9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Murat Altun  ·  Veri Bilimi ve Yapay Zekâ Eğitimi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Hafta 11 — Mesleğe Özel Atölyeler</dc:title>
  <dc:subject>PptxGenJS Presentation</dc:subject>
  <dc:creator>Dr. Murat Altun</dc:creator>
  <cp:lastModifiedBy>Dr. Murat Altun</cp:lastModifiedBy>
  <cp:revision>1</cp:revision>
  <dcterms:created xsi:type="dcterms:W3CDTF">2026-05-10T10:37:31Z</dcterms:created>
  <dcterms:modified xsi:type="dcterms:W3CDTF">2026-05-10T10:37:31Z</dcterms:modified>
</cp:coreProperties>
</file>