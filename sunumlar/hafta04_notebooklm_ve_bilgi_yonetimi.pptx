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ve Bilgi Yönetimi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— "Kendi Bilgi Tabanını Kur"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Uzmanlık Döngüsü ile kendi PDF'lerinden, web içeriklerinden ve YouTube'dan kişisel bilgi tabanı oluştur. Türkçe podcast üretimi.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TEMELLER VE ASİSTANLAR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Uzmanlık Döngüsü ile kendi PDF'lerinden, web içeriklerinden ve YouTube'dan kişisel bilgi tabanı oluştur. Türkçe podcast üretimi.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nedir, neden devrimsel — RAG'ın halka açılmış hâli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Uzmanlık Döngüsü: Kaynak Topla → Sorgula → Değer Yarat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türleri: PDF, Google Docs, web URL, YouTube, Markdown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 ile Türkçe podcast üretimi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Map, Briefing Doc, Study Guide, Timeline çıktıları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Plus özellikleri: paylaşım, analitik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Alternatifler: Google AI Studio, Claude Projects, ChatGPT Knowledge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Akademik, eğitim ve iş uygulamaları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hafta04_notebooklm_kurulum_rehber.ipynb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NotebookLM'e ilk adım — ekran görüntülü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hafta04_kendi_kitabini_konustur.ipynb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PDF, 20 soruluk doğruluk testi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hafta04_audio_overview_podcast.ipynb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podcast üretimi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hafta04_mind_map_studyguide.ipynb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ve Study Guide ile öğrenme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hafta04_alternatif_araclar_kiyas.ipynb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vs Claude vs ChatGPT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alanından 10 PDF/URL ile NotebookLM kur, 20 soruluk 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konuda 20 dakikalık Türkçe Audio Overview podcast üret, kanal aç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öğrenciye/çalışana NotebookLM eğitimi ver (mini sunum)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docs/NotebookLM Uzmanlık Döngüsü PDF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resmî sayfa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notebooklm.google.com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Help Center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support.google.com/notebooklm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4 · NotebookLM ve Bilgi Yönetimi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NotebookLM, herkes için RAG — PDF'inle konuşmanın en kolay yolu.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Overview, Türkçe destekli podcast üretiyor — eğitim materyali için altın değerinde.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çıktısı bir kitabı 5 dakikada görselleştirir.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“Bilgi, yapılandırılmadan değer üretmez.”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4 — NotebookLM ve Bilgi Yönetimi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