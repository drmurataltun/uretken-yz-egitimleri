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251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Sohbet Asistanları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743200" cy="4572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3 — "Doğru İşe Doğru Asistan"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Gemini, Claude, Grok, DeepSeek — özelliklerin, maliyetlerin ve Türkçe performansların kıyası. Custom GPT, Gem, Project oluşturma atölyesi.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Murat Altun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354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 · Prompttan Ürüne ·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320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8229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5270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20299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Notebook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578608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73405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323697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Ödev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3785616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94106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26480" y="444398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Seti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Haftada Ne Öğreneceğiz?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82296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515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TEMELLER VE ASİSTANLAR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Gemini, Claude, Grok, DeepSeek — özelliklerin, maliyetlerin ve Türkçe performansların kıyası. Custom GPT, Gem, Project oluşturma atölyesi.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54864" cy="9144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761488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Konseptler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ana konu, kavram haritası ve etkin örnekler.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468880"/>
            <a:ext cx="54864" cy="9144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2761488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Pratiği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adım-adım notebook ile uygulamalı çalışma.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520440"/>
            <a:ext cx="54864" cy="914400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813048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Araç Seti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farklı aracın derinlikli kullanımı.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520440"/>
            <a:ext cx="54864" cy="914400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3813048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Çıktı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ödev ile somut, paylaşılabilir ürün.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1/3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(GPT-5/o3): Custom GPTs, Projects, Canvas, Code Interpreter, Memory, Tasks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(2.5 Pro/Flash): Gems, Gemini Live, Deep Research, 2M token context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(Sonnet 4.6/Opus 4.7): Projects, Artifacts, Computer Use, MCP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(3): X entegrasyonu, gerçek zamanlı arama, Think mode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2/3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(V3/R1): Ücretsiz reasoning, açık ağırlık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Perplexity, You.com, Phind: Arama tabanlı asistanlar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modeller: Trendyol-LLM, KocLM, Cosmos, Llama-Türk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 matrisi: maliyet, hız, doğruluk, gizlilik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3/3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GPT / Gem / Project oluşturma — adım adım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Haftanın Araç Seti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914400"/>
            <a:ext cx="54864" cy="64008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5" name="Shape 13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6" name="Text 14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691640"/>
            <a:ext cx="54864" cy="64008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5" name="Shape 23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246888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468880"/>
            <a:ext cx="54864" cy="64008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" y="2606040"/>
            <a:ext cx="365760" cy="3657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26334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00600" y="246888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2468880"/>
            <a:ext cx="54864" cy="64008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5" name="Shape 33"/>
          <p:cNvSpPr/>
          <p:nvPr/>
        </p:nvSpPr>
        <p:spPr>
          <a:xfrm>
            <a:off x="4965192" y="2606040"/>
            <a:ext cx="365760" cy="3657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6" name="Text 34"/>
          <p:cNvSpPr/>
          <p:nvPr/>
        </p:nvSpPr>
        <p:spPr>
          <a:xfrm>
            <a:off x="4965192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40680" y="26334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araçların ücretsiz katmanı atölyede gösterilir. Premium gerekmez.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Notebook'ları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hafta03_asistan_kiyas_matrisi.ipynb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1033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görev × 5 asistan kıyas tablosu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627632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19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hafta03_chatgpt_custom_gpt.ipynb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17465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GPT'ni yap — adım adım rehber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340864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40864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32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hafta03_gemini_gem_olustur.ipynb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24597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Gems ile kişisel asistan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54096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45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hafta03_claude_projects_artifacts.ipynb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172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Projects ve Artifacts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767328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767328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hafta03_perplexity_arastirma_atolyesi.ipynb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3886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Spaces araştırma akışı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Pratik Ödevler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7043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10 mesleki soruyu 5 asistana sor, kıyas raporu yaz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87452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13055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0391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alanına özel 1 Custom GPT + 1 Gem + 1 Claude Project yarat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3464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09067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9992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Aile üyesi/iş arkadaşı için "kişisel asistan paneli" hazırla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ödev kişisel öğrenme defterine kaydedilir, capstone projesinde tekrar kullanılır.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Kaynaklar ve Referanslar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78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0058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Help Center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2801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help.openai.com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69164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1783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— Gemini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0574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gemini.google.com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6888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2560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— Claude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28346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anthropic.com/news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 3 · Sohbet Asistanları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69848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960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asistan yetmez — görev tipine göre seçim yapılır (kod/araştırma/yaratıcı/Türkçe).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28216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6184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GPT, Gem ve Claude Project ile asistanlarını "kişiselleştirmek" verimlilik katlar.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8658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2768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için Gemini ve Claude güçlü; akıl yürütmede o3/R1/Opus öne çıkar.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2E171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“Aracını seç, ustalaş, sonra başkasına öğret.”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Veri Bilimi ve Yapay Zekâ Eğitimi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3 — Sohbet Asistanları</dc:title>
  <dc:subject>PptxGenJS Presentation</dc:subject>
  <dc:creator>Dr. Murat Altun</dc:creator>
  <cp:lastModifiedBy>Dr. Murat Altun</cp:lastModifiedBy>
  <cp:revision>1</cp:revision>
  <dcterms:created xsi:type="dcterms:W3CDTF">2026-05-10T10:37:31Z</dcterms:created>
  <dcterms:modified xsi:type="dcterms:W3CDTF">2026-05-10T10:37:31Z</dcterms:modified>
</cp:coreProperties>
</file>