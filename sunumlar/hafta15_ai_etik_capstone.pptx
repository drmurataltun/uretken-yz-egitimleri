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Hafta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 Etiği ve Capstone Proje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Sorumlu AI geliştirme, yasal çerçeve ve dönem sonu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ECS Veri Bilimi ve YZ Uzmanlığı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 Etiği Nedir?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Yapay zekânın toplum üzerindeki etkilerini inceleyen alan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Temel sorular: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AI kararları adil mi?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Kimin verisiyle eğitildi?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Hatalardan kim sorumlu?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Gizlilik nasıl korunur?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AI etiğinin önemi: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Sağlık: Yanlış tanı riski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Hukuk: Önyargılı ceza tahminleri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İstihdam: İşe alımda ayrımcılık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Finans: Kredi başvurusu reddi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Etik AI = Teknik + Sosyal + Yasal boyut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Bias (Yanlılık) Türleri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Veri Yanlılığı (Data Bias):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Eğitim verisi toplumsal önyargıları yansıtır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Örnek: Kadın mühendis az → model kadınları dışlar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Seçim Yanlılığı (Selection Bias):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Veri toplama sürecindeki dengesizlik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Örnek: Sadece şehirli kullanıcı verisi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Algoritmik Yanlılık: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Modelin optimizasyon hedefinden kaynaklanan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Çoğunluk grubuna daha iyi performans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Ölçüm Yanlılığı: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Proxy değişkenler gerçeği yansıtmaz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Etkileşim Yanlılığı: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Kullanıcı geri bildirimi yanlılığı pekiştirir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Çözüm: Fairness metrikleri ile düzenli denetim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Fairness ve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Fairness (Adalet):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Demographic Parity: Gruplar arası eşit sonuç oranı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Equal Opportunity: Eşit doğru pozitif oranı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Individual Fairness: Benzer bireyler → benzer sonuçlar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Fairness araçları: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AI Fairness 360 (IBM)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Fairlearn (Microsoft)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Transparency (Şeffaflık):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Model kararlarının açıklanabilirliği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Explainable AI (XAI): SHAP, LIME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"Kara kutu" sorunu: Derin öğrenme modelleri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Accountability (Hesap verebilirlik):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Model kartları (Model Cards)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Veri sayfaları (Datasheets for Datasets)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Denetim izleri (Audit trails)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EU AI Act Özeti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Avrupa Birliği AI Yasası (2024, yürürlük 2025-2026)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Risk tabanlı yaklaşım: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Kabul edilemez risk: Sosyal puanlama, biyometrik gözetim → YASAK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Yüksek risk: Sağlık, hukuk, istihdam → Sıkı düzenleme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Sınırlı risk: Chatbot’lar → Şeffaflık yükümlülüğü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Minimal risk: Spam filtresi → Düzenleme yok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Temel yükümlülükler: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Yüksek riskli AI: CE işareti, uygunluk değerlendirmesi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Veri kalitesi ve belgeleme zorunluluğu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İnsan denetimi (human oversight) gerekliliği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Foundation Model sağlayıcıları: Şeffaflık raporu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Cezalar: Cironun %7’sine kadar para cezası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Türkiye için önem: AB ile ticaret yapan şirketler etkilenir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Sorumlu AI Geliştirme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İlkeler: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Adalet: Tüm gruplar için eşit performans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Şeffaflık: Karar süreçlerini açıkla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Gizlilik: Kişisel verileri koru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Güvenlik: Saldırılara karşı dayanıklılık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5. Hesap verebilirlik: Sorumluluk zinciri tanımla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Pratik adımlar: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Çeşitli ve temsili veri setleri kullan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Bias testlerini geliştirme sürecine dahil et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Model performansını alt gruplara göre raporla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Red teaming: Modeli kötüye kullanım senaryolarıyla test et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İnsan-döngü-içinde (HITL) yaklaşımı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Sürekli izleme ve güncelleme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 Kariyer Yolları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Veri Bilimci: İstatistik, ML, veri analizi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ML Mühendisi: Model eğitimi, MLOps, deploy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NLP Mühendisi: Dil modelleri, metin işleme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AI Araştırmacı: Yeni algoritmalar, akademi/endüstri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Prompt Engineer: LLM optimizasyonu, AI uygulamaları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AI Ürün Yöneticisi: AI odaklı ürün geliştirme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AI Etik Uzmanı: Politika, denetim, uyum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Gerekli yetkinlikler: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Python, SQL, istatistik temeli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ML/DL framework’leri (scikit-learn, PyTorch)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Bulut platformları (GCP, AWS, Azure)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İletişim ve sunum becerileri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Sürekli öğrenme alışkanlığı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Capstone Proje Seçenekleri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Proje 1: Fitness Öneri Sistemi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Kullanıcı profiline göre egzersiz ve diyet önerisi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Teknoloji: scikit-learn + Gemini API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Veri: Kullanıcı anket verileri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Proje 2: Film Öneri Sistemi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Collaborative filtering ile film önerisi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Teknoloji: pandas + scikit-learn + cosine similarity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Veri: MovieLens veri seti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Proje 3: RAG Tabanlı Soru-Cevap Botu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Ders notlarından bilgi çeken chatbot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Teknoloji: ChromaDB + Gemini API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Veri: PDF ders materyalleri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Her proje için beklenenler: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Jupyter Notebook ile geliştirme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EDA + model eğitimi + değerlendirme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10 dakikalık sunum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GitHub’da paylaşım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Değerlendirme Kriterleri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Teknik Yeterlilik (%40):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Doğru algoritma seçimi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Kod kalitesi ve temizliği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Model performans metrikleri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Hata yönetimi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Analiz ve Sunum (%30):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EDA kalitesi ve görselleştirme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Sonuçların yorumlanması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Sunum netliği ve akıcılığı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Yaratıcılık ve Etik (%30):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Özgün yaklaşım ve ek özellikler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Etik değerlendirme bölümü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Bias analizi (varsa)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Gelecek çalışma önerileri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Sonuç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3000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AI etiği, yapay zekânın adil, şeffaf ve güvenli kullanımını hedefler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Veri yanlılığı, algoritmik yanlılık ve seçim yanlılığı başlıca bias türleridir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Fairness metrikleri ile model adaleti ölçülebilir (Demographic Parity, Equal Opportunity)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EU AI Act, risk tabanlı düzenleme ile AI sistemlerini sınıflandırır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Sorumlu AI: Adalet, şeffaflık, gizlilik, güvenlik, hesap verebilirlik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AI kariyerleri çeşitli: Veri bilimci, ML mühendisi, NLP uzmanı, prompt engineer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Capstone projeler: Fitness öneri, Film öneri veya RAG chatbot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Değerlendirme: Teknik (%40) + Analiz/Sunum (%30) + Yaratıcılık/Etik (%30)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Başarılar! Sorularınız için: emurataltun@gmail.com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