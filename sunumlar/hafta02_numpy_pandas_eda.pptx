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NumPy, Pandas ve Keşifçi Veri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C3AED"/>
                </a:solidFill>
              </a:defRPr>
            </a:pPr>
            <a:r>
              <a:t>Veri Manipülasyonu ve EDA Temelleri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332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ECS Veri Bilimi ve YZ Uzmanlığı — Hafta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NumPy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Genel Bilgi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Numerical Python — bilimsel hesaplama kütüphanesi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Çok boyutlu diziler (ndarray) üzerine kurulu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Python listelerine göre 50x daha hızlı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Lineer cebir, istatistik, rastgele sayı üretimi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Pandas, Scikit-learn gibi kütüphanelerin temeli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Avantajları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Neden NumPy?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Vektörel işlemler (vectorized operations)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Bellek verimliliği (homojen veri tipi)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Broadcasting mekanizması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 dilinde yazılmış alt yapı → yüksek performans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Döngü yerine matris işlemleri → temiz kod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NumPy Array İşlemleri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Array oluşturma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 = np.array([1, 2, 3, 4, 5])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b = np.zeros((3, 3))       # 3x3 sıfır matrisi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 = np.ones((2, 4))        # 2x4 birler matrisi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 = np.arange(0, 10, 2)    # [0, 2, 4, 6, 8]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 = np.linspace(0, 1, 5)   # 0-1 arası 5 eleman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Temel işlemler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print(a.shape)             # (5,)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print(a.mean())            # 3.0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print(a.std())             # 1.414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print(a * 2)               # [2, 4, 6, 8, 10]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print(a[a &gt; 3])            # [4, 5] — filtreleme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np.array(): Liste → NumPy dizisi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np.zeros/ones: Sıfır/bir matrisi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np.arange: Adım aralığı ile dizi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np.linspace: Eşit aralıklı dizi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.shape: Boyut bilgisi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.mean(): Ortalama, .std(): Standart sapma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Vektörel çarpma: Her elemana uygulanır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Boolean indexing ile filtreleme yapılır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Pandas DataFrame Temelleri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DataFrame oluşturma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"isim": ["Ali", "Ayşe", "Mehmet"],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"yaş": [25, 30, 22],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"şehir": ["İstanbul", "Ankara", "İzmir"],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"maaş": [8000, 12000, 6500]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print(df.head())           # İlk 5 satır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print(df.info())           # Sütun bilgileri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print(df.describe())       # İstatistiksel özet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print(df.shape)            # (3, 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DataFrame: 2 boyutlu tablo yapısı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Sütunlar farklı veri tiplerinde olabilir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Temel Fonksiyonlar: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.head(n): İlk n satır (varsayılan 5)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.tail(n): Son n satır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.info(): Sütun tipleri ve null sayıları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.describe(): Sayısal sütunların istatistikleri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.shape: Satır ve sütun sayısı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.columns: Sütun isimleri listesi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Veri Okuma: CSV ve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CSV dosyası okuma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 = pd.read_csv("veriler.csv")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 = pd.read_csv("veriler.csv", sep=";",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      encoding="utf-8")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Excel dosyası okuma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 = pd.read_excel("veriler.xlsx",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        sheet_name="Sayfa1")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Veri kaydetme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df.to_csv("sonuc.csv", index=False)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df.to_excel("sonuc.xlsx", index=False)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URL üzerinden okuma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url = "https://example.com/data.csv"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 = pd.read_csv(url)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read_csv(): CSV dosyası okur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sep: Ayraç karakteri (varsayılan virgül)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encoding: Karakter kodlaması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header: Başlık satırı indeksi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read_excel(): Excel dosyası okur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sheet_name: Sayfa adı veya indeksi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to_csv() / to_excel(): Dosyaya kaydetme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index=False → Satır numarası yazılmaz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Veri Seçme: loc ve iloc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iloc — indeks numarası ile seçim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df.iloc[0]             # İlk satır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df.iloc[0:3]           # İlk 3 satır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df.iloc[:, 0]          # İlk sütun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df.iloc[0:2, 1:3]     # Alt tablo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loc — etiket (label) ile seçim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df.loc[0, "isim"]      # "Ali"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df.loc[:, "maaş"]      # Maaş sütunu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Koşullu seçim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df[df["yaş"] &gt; 23]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df[df["şehir"] == "İstanbul"]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df[(df["yaş"] &gt; 20) &amp; (df["maaş"] &gt; 7000)]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iloc: Integer LOCation — sayısal indeks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Satır ve sütun numarası ile erişim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loc: Label-based LOCation — etiket adı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Sütun ismi ile erişim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Koşullu Filtreleme: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df[koşul] formatı ile filtreleme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&amp; (ve), | (veya) operatörleri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Her koşul parantez içinde olmalı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Eksik Veri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Eksik veri kontrolü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print(df.isnull().sum())    # Sütun başına null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print(df.isnull().mean())   # Null oranı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Eksik veri görselleştirme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missingno as msno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msno.matrix(df)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Eksik veri doldurma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df["yaş"].fillna(df["yaş"].mean(), inplace=True)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df["şehir"].fillna("Bilinmiyor", inplace=True)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Eksik satırları silme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df.dropna(subset=["maaş"], inplace=True)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isnull(): Null değerleri tespit eder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.sum(): Sütun başına eksik sayısı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.mean(): Eksik oranı (0-1 arası)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Doldurma Stratejileri: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Ortalama (mean) ile doldurma → sayısal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Medyan (median) ile doldurma → aykırı değer varsa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Mod (mode) ile doldurma → kategorik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Sabit değer ile doldurma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dropna(): Eksik satırları siler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Gruplama ve Filtreleme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Gruplama (groupby)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df.groupby("şehir")["maaş"].mean()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df.groupby("şehir").agg({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"maaş": ["mean", "max"],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"yaş": "mean"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Sıralama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df.sort_values("maaş", ascending=False)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Yeni sütun ekleme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df["vergi"] = df["maaş"] * 0.15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value_counts — frekans analizi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df["şehir"].value_counts()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groupby(): Kategorilere göre gruplama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.mean(), .sum(), .count() ile özet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.agg() ile birden fazla fonksiyon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sort_values(): Sıralama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ascending=False → büyükten küçüğe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Yeni sütun: Basit atama ile oluşturulur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value_counts(): Benzersiz değer sayıları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EDA — Keşifçi Veri Analizi Süreci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İlk 4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1. Veriyi Anlama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shape, info(), describe(), head()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2. Eksik Veri Kontrolü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isnull().sum(), missingno grafiği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3. Veri Tiplerini Kontrol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dtypes, astype() ile dönüşüm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4. Tekil Değer Analizi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nunique(), value_counts()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Son 4 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5. İstatistiksel Özet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Ortalama, medyan, standart sapma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6. Dağılım Analizi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Histogram, boxplot, density plot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7. İlişki Analizi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Korelasyon matrisi, scatter plot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8. Aykırı Değer Tespiti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IQR yöntemi, Z-score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Uygulamalı EDA Örneği: Titanic Veri Seti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Adımlar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Veri Seti Bilgisi: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891 yolcu, 12 sütun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Hedef: Hayatta kalma tahmini (Survived)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Adım 1: df = pd.read_csv('titanic.csv')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Adım 2: df.info() → Sütun tipleri ve null sayıları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Adım 3: df.describe() → İstatistiksel özet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Adım 4: df.isnull().sum() → Eksik veriler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Adım 5: df['Survived'].value_counts() → Dağılım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Bulgular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Temel Bulgular: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Age sütununda %20 eksik veri var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Cabin sütununda %77 eksik → silinebilir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Kadınların hayatta kalma oranı daha yüksek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sınıf yolcuların hayatta kalma oranı yüksek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Öğrenilen Teknikler: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Gruplama ile karşılaştırmalı analiz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Çapraz tablo (crosstab) kullanımı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Eksik veri stratejisi seçimi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Temel Çıkarımlar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NumPy vektörel işlemlerle hızlı hesaplama sağlar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Pandas veri manipülasyonunun temel aracıdır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read_csv/read_excel ile çeşitli kaynaklardan veri okunur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loc/iloc ile esnek veri seçimi yapılır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Eksik veri analizi her projede ilk adımdır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EDA sistematik bir süreçtir, şablon izlenmeli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Ödev /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Titanic veri setini Kaggle'dan indirin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EDA adımlarını sırasıyla uygulayın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En az 5 farklı Pandas fonksiyonu deneyin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Eksik veri stratejinizi belirleyin ve uygulayın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Gruplama ile cinsiyet ve sınıf bazlı analiz yapın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