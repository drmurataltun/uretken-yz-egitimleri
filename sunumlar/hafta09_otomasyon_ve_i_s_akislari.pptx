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Otomasyon ve İş Akışları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9 — "Sıkıcı İşi YZ Yapsın"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Zapier, Make, n8n ile no-code otomasyon. AI node'ları ile zincir. Telegram bot, Notion AI, VPS'te self-hosted n8n kurulum.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İÇERİK ÜRETİM ATÖLYELERİ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Zapier, Make, n8n ile no-code otomasyon. AI node'ları ile zincir. Telegram bot, Notion AI, VPS'te self-hosted n8n kurulum.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 platformları: Zapier, Make, n8n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node'ları: OpenAI, Gemini, Anthropic, ElevenLabs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Tetikleyiciler: e-posta, form, takvim, webhook, Telegram, RSS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Senaryo: "Yeni ders kaydı → transkript + özet → Drive + Slack"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otomasyonu — kişisel asistan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Scenarios + AI ile sıfırdan akış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 + Database otomasyonları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self-hosted — Docker / VPS kurulum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Maliyet, hata yönetimi, gizlilik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hafta09_zapier_ilk_zap.ipynb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Zap — Gmail → Sheets + GPT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hafta09_make_senaryo.ipynb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 RSS → ChatGPT → Telegram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hafta09_n8n_kurulum.ipynb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Docker kurulum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hafta09_telegram_bot_otomasyon.ipynb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brifing botu (n8n + Gemini)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hafta09_notion_database_ai.ipynb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 Database otomasyonu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günlük rutinini otomatize eden 1 Zap + 1 Make senaryosu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ile haftalık özet rapor (RSS + Gmail → AI → Telegram)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Notion'da AI destekli kişisel CRM/proje paneli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— Learn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zapier.com/learn/ai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Help Center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make.com/en/help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Docs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docs.n8n.io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9 · Otomasyon ve İş Akışları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iş = otomatik iş. n8n + Gemini ile haftada 5+ saat kazanılır.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bot, "kişisel asistan"ın en hızlı kanalı; webhook ile her şey bağlanır.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n8n (VPS), bulut maliyetini sıfıra indirir, gizliliği maxa çıkarır.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“En değerli zaman, başkasına devredilebilen zamandır.”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9 — Otomasyon ve İş Akışları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