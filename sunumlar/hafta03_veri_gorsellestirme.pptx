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Veri Görselleştirme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0B981"/>
                </a:solidFill>
              </a:defRPr>
            </a:pPr>
            <a:r>
              <a:t>Matplotlib, Seaborn ve İleri Görselleştirme Araçları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931920"/>
            <a:ext cx="21332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2E8F0"/>
                </a:solidFill>
              </a:defRPr>
            </a:pPr>
            <a:r>
              <a:t>Dr. Murat Altun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</a:defRPr>
            </a:pPr>
            <a:r>
              <a:t>ECS Veri Bilimi ve YZ Uzmanlığı — Hafta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Neden Veri Görselleştirme?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Önemi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İnsan beyni görsel bilgiyi 60.000 kat daha hızlı işler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Tablolardaki gizli örüntüler grafiklerle ortaya çıkar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Karar vericilere etkili sunum yapma aracıdır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Veri kalitesi sorunları (aykırı değer, boşluk) hızla görülür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EDA sürecinin vazgeçilmez parçasıdır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Grafik Türleri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Doğru Grafik Seçimi: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Dağılım → Histogram, KDE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Karşılaştırma → Bar chart, grouped bar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İlişki → Scatter plot, heatmap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Zaman serisi → Line plot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Oran → Pie chart, donut chart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Dağılım özeti → Boxplot, violin plot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Matplotlib Temelleri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import matplotlib.pyplot as plt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Çizgi grafik (Line Plot)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x = [1, 2, 3, 4, 5]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y = [2, 4, 6, 8, 10]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plt.plot(x, y, color="blue", marker="o")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plt.title("Satış Trendi")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plt.xlabel("Ay")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plt.ylabel("Satış (bin TL)")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plt.grid(True, alpha=0.3)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plt.show()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Figür boyutu ve stil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plt.figure(figsize=(10, 6))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plt.style.use("seaborn-v0_8")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plt.plot(): Çizgi grafik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plt.title(): Başlık ekleme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plt.xlabel/ylabel(): Eksen etiketleri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plt.grid(): Arka plan ızgarası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plt.show(): Grafiği gösterme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Özelleştirme: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color: Renk ('blue', '#FF6600')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marker: Nokta şekli ('o', 's', '^')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linestyle: Çizgi stili ('-', '--', ':')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linewidth: Çizgi kalınlığı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Bar Chart, Scatter Plot, Histogram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Bar Chart — Karşılaştırma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sehirler = ["İstanbul", "Ankara", "İzmir"]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nufus = [16, 5.7, 4.4]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plt.bar(sehirler, nufus, color=["#00D4FF",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    "#7C3AED", "#10B981"])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Scatter Plot — İlişki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plt.scatter(df["yaş"], df["maaş"],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        alpha=0.6, c="cyan")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Histogram — Dağılım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plt.hist(df["maaş"], bins=20, color="#F59E0B",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     edgecolor="black")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Pie Chart — Oran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plt.pie(sizes, labels=labels, autopct="%1.1f%%")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Bar Chart: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Kategorik verilerin karşılaştırması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plt.barh() → yatay bar chart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Scatter Plot: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İki sayısal değişken arasındaki ilişki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alpha: Saydamlık (0-1)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Histogram: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Veri dağılımını gösterir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bins: Sütun sayısı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Pie Chart: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Oransal dağılım (maksimum 5-6 dilim)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Alt Grafikler: Subplots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2x2 alt grafik oluşturma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fig, axes = plt.subplots(2, 2, figsize=(12, 8))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axes[0, 0].plot(x, y)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axes[0, 0].set_title("Çizgi Grafik")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axes[0, 1].bar(sehirler, nufus)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axes[0, 1].set_title("Bar Chart")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axes[1, 0].scatter(df["yaş"], df["maaş"])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axes[1, 0].set_title("Scatter Plot")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axes[1, 1].hist(df["maaş"], bins=15)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axes[1, 1].set_title("Histogram")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plt.tight_layout()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plt.savefig("grafik.png", dpi=300)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subplots(satır, sütun): Çoklu grafik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axes[i, j]: Alt grafik erişimi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set_title(): Alt grafik başlığı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tight_layout(): Otomatik boşluk ayarı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savefig(): Dosyaya kaydetme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dpi=300 → yüksek çözünürlük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bbox_inches='tight' → kırpma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figsize=(genişlik, yükseklik) → inç cinsinden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Seaborn ile Gelişmiş Görseller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import seaborn as sns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Countplot — Kategorik dağılım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sns.countplot(data=df, x="cinsiyet",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          palette="viridis")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Boxplot — Dağılım özeti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sns.boxplot(data=df, x="sınıf", y="maaş")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Violin plot — Dağılım yoğunluğu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sns.violinplot(data=df, x="bölüm", y="not")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Pairplot — Tüm çiftler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sns.pairplot(df, hue="hedef")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Seaborn: Matplotlib üzerine kurulu istatistiksel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görselleştirme kütüphanesi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countplot: Kategori frekansları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boxplot: Min, Q1, medyan, Q3, max + aykırılar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violinplot: Box + yoğunluk dağılımı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pairplot: Tüm sayısal çiftlerin scatter grafiği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palette: Renk paleti seçimi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viridis, magma, coolwarm, Set2, pastel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hue: Renk ile gruplandırma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Korelasyon Matrisi ve Heatmap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Korelasyon matrisi hesaplama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corr = df.select_dtypes(include="number").corr()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Heatmap görselleştirme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plt.figure(figsize=(10, 8))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sns.heatmap(corr,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        annot=True,        # Sayı göster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        cmap="coolwarm",   # Renk skalası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        center=0,          # Orta nokta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        vmin=-1, vmax=1,   # Aralık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        fmt=".2f",         # 2 ondalık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        square=True)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plt.title("Korelasyon Matrisi")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plt.tight_layout()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Korelasyon (r) Değerleri: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+1.0 → Güçlü pozitif ilişki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0.0 → İlişki yok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-1.0 → Güçlü negatif ilişki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Heatmap Parametreleri: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annot=True: Hücre içi değer gösterimi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cmap: Renk haritası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fmt: Sayı formatı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Kullanım Alanı: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Feature selection için önemli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Multicollinearity tespiti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Bar Chart Race — Animasyonlu Görselleştirme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Kavram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Bar Chart Race Nedir?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Zaman serisi verilerinin animasyonlu bar grafiği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Değişen sıralamaları dinamik olarak gösterir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Sosyal medyada viral içerik potansiyeli yüksek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Python Kütüphaneleri: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bar_chart_race — En kolay yöntem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matplotlib.animation — Özelleştirilebilir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Flourish (web tabanlı, kodsuz alternatif)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Uygulama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Kullanım Örneği: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import bar_chart_race as bcr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bcr.bar_chart_race(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  df=pivot_df,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  filename="yaris.mp4",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  n_bars=10,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  title="Ülkelere Göre GSYİH"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Veri Formatı: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Satırlar: Zaman dilimleri (yıl, ay)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Sütunlar: Kategoriler (ülke, şirket)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Değerler: Sayısal ölçüm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Otomatik EDA Araçları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Profiling Araçları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ydata-profiling (eski: pandas-profiling)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pip install ydata-profiling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Tek satırda kapsamlı HTML raporu üretir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Dağılımlar, eksik veriler, korelasyonlar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Sweetviz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pip install sweetviz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Karşılaştırmalı EDA raporu (train vs test)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Hedef değişken analizi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İnteraktif Araçlar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D-Tale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pip install dtale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Interaktif web arayüzü ile EDA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Kod yazmadan filtreleme, gruplama, grafik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AutoViz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pip install autoviz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Otomatik en uygun grafik türü seçimi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Büyük veri setleri için optimize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Tavsiye: İlk keşif için oto-EDA, detay için manual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Etkili Görselleştirme İpuçları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Temel Kurallar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Her grafiğe başlık ve eksen etiketi ekleyin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Renk paletini tutarlı ve erişilebilir seçin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Gereksiz dekorasyon (chart junk) kullanmayın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Pie chart'ta 5'ten fazla dilim kullanmayın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Eksen sıfırdan başlamalı (bar chart'ta zorunlu)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İleri İpuçları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Grafiği hedef kitleye göre tasarlayın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Veri-mürekkep oranını (data-ink ratio) maksimize edin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Renk körlüğüne duyarlı paletler tercih edin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Açıklayıcı annotasyonlar ekleyin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Yüksek çözünürlükte kaydedin (dpi ≥ 300)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Özet ve Değerlendirme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Temel Çıkarımlar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Veri görselleştirme EDA'nın en güçlü aracıdır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Matplotlib temel grafik kütüphanesidir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Seaborn istatistiksel görselleştirme için ideal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Korelasyon matrisi değişken ilişkilerini ortaya koyar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Doğru grafik türü seçimi mesajın etkisini belirler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Oto-EDA araçları ilk keşif için zaman kazandırır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Ödev / Uygulama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Titanic veri seti üzerinde 5 farklı grafik çizin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Korelasyon matrisi oluşturup yorumlayın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Bar chart race örneği yapın (isteğe bağlı)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ydata-profiling ile otomatik rapor üretin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En iyi 3 görselinizi bir notebook'ta sunun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