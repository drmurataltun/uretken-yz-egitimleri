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Python Programlama Temelleri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</a:defRPr>
            </a:pPr>
            <a:r>
              <a:t>Değişkenler, Döngüler, Fonksiyonlar ve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332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ECS Veri Bilimi ve YZ Uzmanlığı — Hafta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Python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Genel Bilgi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Guido van Rossum tarafından 1991'de geliştirildi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Yüksek seviyeli, genel amaçlı programlama dili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Okunabilirlik ve sadelik odaklı tasarım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Geniş kütüphane ekosistemi (PyPI)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Veri bilimi, yapay zekâ, web geliştirme alanlarında lider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Veri Bilimi Bağlantısı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Neden Veri Biliminde Python?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NumPy, Pandas, Scikit-learn gibi güçlü kütüphaneler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Jupyter Notebook ile etkileşimli geliştirme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Topluluk desteği ve açık kaynak kültürü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Google, Netflix, NASA gibi şirketlerde aktif kullanım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Değişkenler ve Veri Tipleri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Temel veri tipleri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isim = "Murat"          # str (metin)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yas = 35                 # int (tam sayı)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boy = 1.78              # float (ondalık)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aktif = True            # bool (mantıksal)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Tip kontrolü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print(type(isim))       # &lt;class "str"&gt;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print(type(yas))        # &lt;class "int"&gt;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Tip dönüşümü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sayi_str = "42"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sayi_int = int(sayi_str)  #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str: Metin verileri (", ' ile tanımlanır)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int: Tam sayılar (pozitif/negatif)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float: Ondalıklı sayılar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bool: True veya False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type() fonksiyonu ile tip kontrolü yapılır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int(), str(), float() ile tip dönüşümü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Python dinamik tipli bir dildir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Operatörler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Aritmetik ve Atama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Aritmetik: +, -, *, /, //, %, **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Toplama: 5 + 3 = 8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Tam bölme: 7 // 2 = 3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 alma: 7 % 2 = 1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Üs alma: 2 ** 3 = 8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Atama: =, +=, -=, *=, /=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x += 5  (x = x + 5 ile aynı)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Karşılaştırma ve Mantıksal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Karşılaştırma: ==, !=, &lt;, &gt;, &lt;=, &gt;=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5 == 5 → True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 &gt; 7 → False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Mantıksal: and, or, not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True and False → False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True or False → True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not True → 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Listeler ve Sözlükler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Liste (list) — sıralı, değiştirilebilir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meyveler = ["elma", "armut", "portakal"]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meyveler.append("muz")     # eleman ekleme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print(meyveler[0])          # "elma"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print(len(meyveler))        # 4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Sözlük (dict) — anahtar-değer çifti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ogrenci = {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"ad": "Ayşe",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"yas": 22,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"bolum": "Bilgisayar Müh."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print(ogrenci["ad"])        # "Ayşe"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ogrenci["not"] = 3.5        # yeni anahtar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Liste: Sıralı koleksiyon, [] ile tanımlanır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append(): Listeye eleman ekler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Indeksleme: 0'dan başlar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len(): Eleman sayısını verir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Sözlük: Anahtar-değer çifti, {} ile tanımlanır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Anahtarlar benzersiz olmalıdır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Yeni anahtar ekleme: dict['key'] =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Döngüler: for ve while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for döngüsü — koleksiyon üzerinde gezinme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sayilar = [1, 2, 3, 4, 5]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for s in sayilar: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print(s * 2)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range() ile döngü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for i in range(5):       # 0, 1, 2, 3, 4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print(i)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while döngüsü — koşul sağlandıkça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sayac = 0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while sayac &lt; 3: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print(f"Sayaç: {sayac}")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sayac +=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for: Belirli bir koleksiyon üzerinde yineleme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range(n): 0'dan n-1'e kadar sayı üretir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range(start, stop, step) formatı da kullanılır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while: Koşul True olduğu sürece çalışır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Sonsuz döngüden kaçınmak için sayaç güncellenmelidir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break: Döngüyü sonlandırır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continue: Sonraki iterasyona geçer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Koşullu İfadeler: if / elif /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Basit koşul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not_ort = 75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if not_ort &gt;= 90: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print("AA")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elif not_ort &gt;= 80: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print("BA")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elif not_ort &gt;= 70: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print("BB")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elif not_ort &gt;= 60: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print("CB")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print("Kaldı")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Tek satır (ternary)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durum = "Geçti" if not_ort &gt;= 50 else "Kaldı"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if: İlk koşul kontrolü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elif: Alternatif koşullar (birden fazla olabilir)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else: Hiçbir koşul sağlanmazsa çalışır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Girintileme (indentation) Python'da zorunludur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4 boşluk standart girintileme kuralıdır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Ternary operatör: Tek satırda if/else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Karmaşık koşullarda and/or kullanılabilir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Fonksiyonlar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Fonksiyon tanımlama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def selamla(isim):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return f"Merhaba, {isim}!"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print(selamla("Murat"))  # Merhaba, Murat!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Varsayılan parametreler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def kare_al(sayi, us=2):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return sayi ** us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print(kare_al(3))        # 9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print(kare_al(3, 3))     # 27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Lambda fonksiyon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cift_mi = lambda x: x % 2 == 0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print(cift_mi(4))        #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def anahtar kelimesi ile tanımlanır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return ile değer döndürülür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Parametreler varsayılan değer alabilir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Lambda: Tek satırlık anonim fonksiyonlar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Genellikle map, filter ile kullanılır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DRY prensibi: Don't Repeat Yourself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Fonksiyonlar kodun tekrar kullanılabilirliğini artırır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GitHub ile Versiyon Kontrolü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Git Temelleri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Git: Dağıtık versiyon kontrol sistemi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GitHub: Git tabanlı bulut platform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Repository (repo): Proje deposu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Temel Git Komutları: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git init — Yeni repo başlatma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git add . — Değişiklikleri hazırlama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git commit -m 'mesaj' — Kaydetme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git push — Uzak sunucuya gönderme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git pull — Uzak sunucudan çekme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İlk Adımlar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GitHub Hesap Oluşturma: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github.com adresine gidin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Sign Up ile kayıt olun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Profil bilgilerinizi doldurun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İlk Repository: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New Repository butonuna tıklayın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İsim ve açıklama girin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README.md ile başlatın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Clone ile bilgisayarınıza indirin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Geliştirme Ortamı: Jupyter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09728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Jupyter Notebook Nedir?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Etkileşimli Python geliştirme ortamı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Kod, metin ve görselleştirmeleri bir arada sunar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.ipynb uzantılı dosyalar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Kurulum: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pip install jupyter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jupyter notebook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Google Colab: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Bulut tabanlı ücretsiz Jupyter ortamı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GPU desteği mevcut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Google Drive ile entegre çalışır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Değerlendirme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Temel Çıkarımlar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Python okunabilir ve güçlü bir programlama dilidir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Değişken tipleri: str, int, float, bool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Listeler sıralı, sözlükler anahtar-değer yapısındadır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for/while döngüleri ile tekrarlı işlemler yapılır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if/elif/else ile koşullu akış kontrolü sağlanır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Fonksiyonlar kodun yeniden kullanımını sağlar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GitHub ile projeler versiyon kontrollü yönetilir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Ödev /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GitHub hesabı oluşturun ve ilk repo'nuzu açın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Python'da 10 farklı değişken tanımlayın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1'den 100'e kadar çift sayıları yazdıran döngü yazın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Bir not ortalaması hesaplayan fonksiyon oluşturun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Sözlük yapısı ile öğrenci bilgi sistemi tasarlayın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Google Colab'da bir notebook oluşturup deneyin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