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ile Üretken YZ + Capstone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14 — Final · "Prompttan Ürüne"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Studio, OpenRouter, HF Spaces. Streamlit/Gradio şablon. v0 + Vercel ile no-code arayüz. Capstone proje sunum günü.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MESLEĞE ÖZEL · LOKAL ·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Studio, OpenRouter, HF Spaces. Streamlit/Gradio şablon. v0 + Vercel ile no-code arayüz. Capstone proje sunum günü.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nedir? Anahtar saklama (.env, Colab Secrets)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— ücretsiz Gemini 2.5 Flash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— tek API ile 100+ model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Inference API — açık kaynak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ve Fal.ai — görsel/video API'ları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Python: pip install google-generativeai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API: Postman, Bruno, Apidog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Streamlit/Gradio ile 30 satırda arayüz (kopyala-yapıştır)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— sıfır kart deploy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v0 ile no-code arayüz + 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izleme: OpenAI Dashboard, Anthropic Console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 sunumu, sertifika töreni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google-generativeai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v0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hafta14_aistudio_ilk_api.ipynb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hello world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hafta14_openrouter_uc_model.ipynb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Gemini/Claude/GPT karşılaştırma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hafta14_streamlit_kisisel_asistan.ipynb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satır kişisel asistan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hafta14_hf_spaces_deploy.ipynb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 sıfır maliyet deploy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hafta14_v0_vercel_nocode.ipynb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v0.dev ile no-code arayüz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Tüm dönemde öğrendiklerini birleştiren bir ürün üret (en az 3 madde dahil)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deploy: HF Spaces, Vercel + v0 ya da Open WebUI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mimari diyagram + 3 dakikalık demo videosu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9476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05079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959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günü: 5 dk demo + 2 dk Q&amp;A, sertifika töreni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aistudio.google.com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Docs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openrouter.ai/docs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huggingface.co/spaces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v0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611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v0.dev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14 · API ile Üretken YZ + Capstone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hafta birikimini canlı deploy edilmiş bir ürüne dönüştürdün — bu CV'nin yeni satırı.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+ Streamlit + HF Spaces = sıfır maliyetle ürünleştirme zinciri.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Atölyenin sonu yolculuğun başlangıcı — kendi öğrenme döngüsünü kur, paylaşımı sürdür.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“En iyi prompt, ürünleşmiş olandır.”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14 — API ile Üretken YZ + Capstone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