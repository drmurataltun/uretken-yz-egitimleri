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251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Lokal RAG ve Kendi Verinle Konuşma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743200" cy="4572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13 — "Kendi NotebookLM'ini Kur"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AnythingLLM, Cherry Studio, Page Assist, GPT4All Local Docs, MSTY. Embedding modelleri, chunk stratejisi, Türkçe doğruluk.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Murat Altun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354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 · Prompttan Ürüne ·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320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8229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5270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0299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Notebook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578608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7340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323697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Ödev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3785616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9410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26480" y="444398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Seti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Haftada Ne Öğreneceğiz?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8229600" cy="54864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51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MESLEĞE ÖZEL · LOKAL · API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AnythingLLM, Cherry Studio, Page Assist, GPT4All Local Docs, MSTY. Embedding modelleri, chunk stratejisi, Türkçe doğruluk.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76148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Konseptler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ana konu, kavram haritası ve etkin örnekler.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468880"/>
            <a:ext cx="54864" cy="9144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76148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Pratiği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adım-adım notebook ile uygulamalı çalışma.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520440"/>
            <a:ext cx="54864" cy="914400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813048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Araç Seti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farklı aracın derinlikli kullanımı.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20440"/>
            <a:ext cx="54864" cy="914400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813048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Çıktı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ödev ile somut, paylaşılabilir ürün.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1/3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nedir, neden lokal? (Hafta 4 NotebookLM ile bağ)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AnythingLLM — çoklu workspace, herhangi LLM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 Studio — Türkçe destekli, çoklu API + Ollama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Assist (browser) — web sayfası RAG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2/3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GPT4All Local Docs — basit dosya indeksi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MSTY — local + cloud hibrit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WebUI Documents özelliği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 nomic-embed, mxbai, multilingual-e5 (TR)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3/3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Doküman türleri: PDF, DOCX, TXT, web URL, YouTube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size, overlap, retrieval limit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Gizlilik: tam lokal vs hibrit vs bulut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Haftanın Araç Seti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AnythingLLM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1440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6" name="Text 14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 Studio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Assist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69164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5" name="Shape 23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246888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46888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" y="260604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2633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WebUI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araçların ücretsiz katmanı atölyede gösterilir. Premium gerekmez.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Notebook'ları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hafta13_anythingllm_kurulum.ipynb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033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+ ilk soru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27632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hafta13_cherry_studio_turkce.ipynb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17465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destekli kullanım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40864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32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hafta13_page_assist_browser.ipynb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24597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uzantısı atölyesi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54096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45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hafta13_kendi_kitabini_konustur_lokal.ipynb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172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PDF tamamen offline RAG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767328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67328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hafta13_embedding_kiyas_tr.ipynb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3886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embedding doğruluk testi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Pratik Ödevler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7043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AnythingLLM ile 20 PDF'lik bilgi tabanı, NotebookLM ile kıyasla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87452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13055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0391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 Studio + Ollama ile tam offline iş akışı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09067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9992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Assist ile günlük araştırma rutinini hızlandır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ödev kişisel öğrenme defterine kaydedilir, capstone projesinde tekrar kullanılır.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Kaynaklar ve Referanslar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78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005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AnythingLLM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2801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useanything.com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69164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783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 Studio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0574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cherry-ai.com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2560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8346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msty.app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 13 · Lokal RAG ve Kendi Verinle Konuşma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69848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960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AnythingLLM = "kendi NotebookLM'in" — tamamen lokal, sınırsız doküman.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28216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6184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için multilingual-e5 + Qwen 2.5 = en iyi kombinasyon.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8658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2768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512 + overlap 64 + parent retriever = pratik production formülü.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2E171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“Verin, senin kalır.”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Veri Bilimi ve Yapay Zekâ Eğitimi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13 — Lokal RAG ve Kendi Verinle Konuşma</dc:title>
  <dc:subject>PptxGenJS Presentation</dc:subject>
  <dc:creator>Dr. Murat Altun</dc:creator>
  <cp:lastModifiedBy>Dr. Murat Altun</cp:lastModifiedBy>
  <cp:revision>1</cp:revision>
  <dcterms:created xsi:type="dcterms:W3CDTF">2026-05-10T10:37:31Z</dcterms:created>
  <dcterms:modified xsi:type="dcterms:W3CDTF">2026-05-10T10:37:31Z</dcterms:modified>
</cp:coreProperties>
</file>