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Ensemble Modeller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</a:defRPr>
            </a:pPr>
            <a:r>
              <a:t>Bagging, Boosting, Random Forest, XGBoost ve LightGBM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303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Dr. Murat Altun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ECS Veri Bilimi ve YZ Uzmanlığı — Hafta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Ensemble Learning Nedir?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Birden fazla modelin bir araya getirilerek daha güçlü bir model oluşturulması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Tek bir modelin zayıf yönlerini diğer modeller telafi eder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Temel fikir: 'Kalabalığın bilgeliği' — çok sayıda zayıf öğrenici → güçlü öğrenici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Varyansı azaltma (Bagging) veya biası azaltma (Boosting)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Gerçek dünya uygulamalarında en başarılı yöntemler arasında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Kaggle yarışmalarının büyük çoğunluğu ensemble yöntemlerle kazanılır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Bagging vs Boosting Karşılaştırması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54864" cy="47548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Bagging (Bootstrap Aggregating)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Paralel eğitim — modeller bağımsız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Veri alt kümeleri rastgele seçilir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Varyansı düşürür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Overfitting'e karşı dayanıklı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Örnek: Random Forest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Sonuç: Oylama / ortalama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4864" cy="4754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Boosting (Ardışık Güçlendirme)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Sıralı eğitim — her model öncekini düzeltir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Hatalı tahminlere ağırlık verilir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Biası düşürür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Overfitting riski daha yüksek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Örnek: XGBoost, LightGBM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Sonuç: Ağırlıklı toplam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Random Forest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Bagging + rastgele öznitelik seçimi ile çok sayıda karar ağacı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Her ağaç farklı bir veri alt kümesiyle eğitilir (bootstrap sampling)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Her düğümde rastgele seçilen öznitelik alt kümesi kullanılır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Sınıflandırma: çoğunluk oylaması / Regresyon: ortalama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Avantajları: Yüksek doğruluk, overfitting'e dayanıklı, paralelleştirilebilir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Dezavantajları: Yorumlanabilirlik düşük, eğitim süresi uzun olabilir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sklearn: RandomForestClassifier(n_estimators=100, max_depth=10)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XGBoost — Nasıl Çalışır?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eXtreme Gradient Boosting — gradient boosting'in optimize edilmiş versiyonu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Her yeni ağaç, önceki modelin hatalarını (residuals) öğrenir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Kayıp fonksiyonunun gradyanı ile yönlendirilen ardışık öğrenme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L1 ve L2 regularizasyon ile overfitting kontrolü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Paralel ağaç oluşturma, cache-aware erişim, eksik değer desteği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Anahtar parametreler: n_estimators, max_depth, learning_rate, subsample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from xgboost import XGBClassifier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LightGBM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Microsoft tarafından geliştirilen gradient boosting framework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Leaf-wise ağaç büyümesi (XGBoost: level-wise) → daha hızlı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Histogram tabanlı bölme → bellek ve hız avantajı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Büyük veri setlerinde XGBoost'tan daha hızlı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Kategorik öznitelik desteği (native)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Anahtar parametreler: num_leaves, max_depth, learning_rate, n_estimators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from lightgbm import LGBMClassifier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Feature Importance (Öznitelik Önemi)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Modelin karar verirken hangi değişkenlere ne kadar güvendiği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Impurity-based: Gini / Entropi düşüşüne göre hesaplanır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Permutation importance: Öznitelik karıştırılınca performans düşüşü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SHAP (SHapley Additive exPlanations): Her tahmin için öznitelik katkısı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model.feature_importances_ ile erişim (sklearn, XGBoost, LightGBM)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Modeli anlama ve öznitelik seçimi için kritik araç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Hiperparametre Optimizasyonu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GridSearchCV: Tüm kombinasyonları sistematik olarak dener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RandomizedSearchCV: Rastgele örnekleme — büyük arama uzaylarında verimli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Cross-validation ile her kombinasyon değerlendirilir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Temel parametreler: n_estimators, max_depth, learning_rate, min_samples_split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from sklearn.model_selection import GridSearchCV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grid_search = GridSearchCV(model, param_grid, cv=5, scoring='accuracy')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Sonuç: grid_search.best_params_, grid_search.best_score_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Overfitting Önleme Stratejileri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54864" cy="4754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Model Düzeyinde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max_depth sınırlama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min_samples_split artırma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n_estimators dengeleme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learning_rate düşürme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L1/L2 regularizasyon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4864" cy="4754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Veri Düzeyinde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Cross-validation kullanma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Eğitim verisini artırma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Feature selection uygulama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Early stopping kullanma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Subsample oranı ayarlama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Pratik: Ensemble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1. Veri ön işleme → Train/Test ayırma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2. Baseline model (tek karar ağacı) ile karşılaştırma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3. Random Forest, XGBoost, LightGBM modellerini eğitme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4. GridSearchCV ile hiperparametre optimizasyonu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5. Feature importance analizi → gereksiz öznitelikleri çıkarma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6. En iyi modeli seçme ve test verisinde değerlendirme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7. Confusion matrix, classification report ile sonuçları raporlama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Özet ve Sonuç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Ensemble Learning — birden fazla modeli birleştirerek güç kazanma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Bagging (Random Forest) varyansı, Boosting (XGBoost, LightGBM) biası azaltır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Feature importance modeli anlamak için kritik bir araçtır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Hiperparametre optimizasyonu ile model performansı önemli ölçüde artar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Overfitting'e karşı regularizasyon ve early stopping stratejileri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Gelecek hafta: Doğal Dil İşleme (NLP) temellerine giriş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