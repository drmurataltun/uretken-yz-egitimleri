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Sınıflandırma Algoritmaları ve Kaggle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FF"/>
                </a:solidFill>
              </a:defRPr>
            </a:pPr>
            <a:r>
              <a:t>Lojistik Regresyon, KNN, Karar Ağacı ve Model Değerlendirme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931920"/>
            <a:ext cx="21332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2E8F0"/>
                </a:solidFill>
              </a:defRPr>
            </a:pPr>
            <a:r>
              <a:t>Dr. Murat Altun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</a:defRPr>
            </a:pPr>
            <a:r>
              <a:t>ECS Veri Bilimi ve YZ Uzmanlığı — Hafta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Sınıflandırma Nedir?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Kavram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Tanım: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Veriyi önceden tanımlı kategorilere ayırma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Giriş (X) → Kategori (y) tahmini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Gerçek Dünya Örnekleri: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E-posta: Spam / Spam Değil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Tıp: Hastalık Var / Yok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Banka: Kredi Onayı / Red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Görüntü: Kedi / Köpek / Kuş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Türleri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Sınıflandırma Türleri: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İkili (Binary):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2 sınıf (Evet/Hayır, 0/1)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Lojistik regresyon, SVM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Çok Sınıflı (Multiclass):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3+ sınıf (Kedi/Köpek/Kuş)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Softmax, One-vs-Rest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Çok Etiketli (Multilabel):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Birden fazla etiket (Film: Aksiyon + Komedi)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Lojistik Regresyon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from sklearn.linear_model import LogisticRegression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from sklearn.model_selection import train_test_split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from sklearn.preprocessing import StandardScaler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Veri hazırlama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X = df[["yaş", "gelir", "kredi_skoru"]]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y = df["onay"]  # 0 veya 1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Ölçeklendirme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scaler = StandardScaler()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X_scaled = scaler.fit_transform(X)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X_train, X_test, y_train, y_test = train_test_split(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X_scaled, y, test_size=0.2, random_state=42)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model = LogisticRegression()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model.fit(X_train, y_train)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print(f"Doğruluk: {model.score(X_test, y_test):.2%}")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Lojistik Regresyon: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İsmine rağmen bir sınıflandırma algoritmasıdır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Sigmoid fonksiyonu ile 0-1 arası olasılık üretir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σ(z) = 1 / (1 + e⁻ᶻ)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Avantajları: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Basit ve yorumlanabilir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Olasılık çıktısı verir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Hızlı eğitim süresi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StandardScaler: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Özellikleri aynı ölçeğe getirir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Ortalama=0, Std=1 dönüşümü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K-En Yakın Komşu (KNN)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from sklearn.neighbors import KNeighborsClassifier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KNN modeli (k=5)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knn = KNeighborsClassifier(n_neighbors=5)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knn.fit(X_train, y_train)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Tahmin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y_pred = knn.predict(X_test)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print(f"Doğruluk: {knn.score(X_test, y_test):.2%}")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En iyi k değerini bulma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from sklearn.model_selection import cross_val_score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for k in range(1, 21):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knn = KNeighborsClassifier(n_neighbors=k)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scores = cross_val_score(knn, X_scaled, y, cv=5)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print(f"k={k}: {scores.mean():.4f}")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KNN Algoritması: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Yeni veri noktasını en yakın k komşusuna göre sınıflar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Çoğunluk oyu ile karar verir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Lazy learning — model eğitimi yok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k Değeri Seçimi: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Küçük k → Gürültüye duyarlı (overfitting)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Büyük k → Genel kalıplara odaklı (underfitting)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Genellikle tek sayı tercih edilir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Mesafe Ölçüleri: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Öklid mesafesi (varsayılan)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Manhattan mesafesi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Karar Ağacı (Decision Tree)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from sklearn.tree import (DecisionTreeClassifier,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                      plot_tree)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import matplotlib.pyplot as plt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Model oluşturma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dt = DecisionTreeClassifier(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max_depth=4,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min_samples_split=10,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random_state=42)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dt.fit(X_train, y_train)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print(f"Doğruluk: {dt.score(X_test, y_test):.2%}")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Ağacı görselleştirme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plt.figure(figsize=(20, 10))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plot_tree(dt, feature_names=X.columns,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      class_names=["Red", "Onay"],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      filled=True, rounded=True)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plt.show()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Karar Ağacı Nasıl Çalışır?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Her düğümde bir özellik seçer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Eşik değerine göre dallanır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Yaprak düğümde sınıf kararı verilir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Önemli Parametreler: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max_depth: Ağaç derinliği (overfitting önler)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min_samples_split: Bölme için min. örnek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criterion: gini veya entropy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Avantajları: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Yorumlanabilir (beyaz kutu model)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Ölçeklendirme gerektirmez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Feature importance verir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Karmaşıklık Matrisi (Confusion Matrix)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from sklearn.metrics import (confusion_matrix,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classification_report, ConfusionMatrixDisplay)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Confusion matrix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cm = confusion_matrix(y_test, y_pred)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print(cm)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[[TN  FP]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 [FN  TP]]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Görselleştirme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ConfusionMatrixDisplay.from_predictions(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y_test, y_pred,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display_labels=["Red", "Onay"],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cmap="Blues")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Detaylı rapor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print(classification_report(y_test, y_pred))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Matris Bileşenleri: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TP (True Positive): Doğru pozitif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TN (True Negative): Doğru negatif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FP (False Positive): Yanlış alarm (Tip I)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FN (False Negative): Kaçırılan vaka (Tip II)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Türetilen Metrikler: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Accuracy: (TP+TN) / Toplam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Precision: TP / (TP+FP) → Kesinlik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Recall: TP / (TP+FN) → Duyarlılık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F1-Score: 2 × (P×R) / (P+R) → Harmonik 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ROC Eğrisi ve AUC Skoru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from sklearn.metrics import roc_curve, roc_auc_score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import matplotlib.pyplot as plt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Olasılık tahminleri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y_proba = model.predict_proba(X_test)[:, 1]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ROC eğrisi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fpr, tpr, thresholds = roc_curve(y_test, y_proba)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auc = roc_auc_score(y_test, y_proba)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Görselleştirme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plt.figure(figsize=(8, 6))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plt.plot(fpr, tpr, label=f"AUC = {auc:.4f}")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plt.plot([0, 1], [0, 1], "k--", label="Rastgele")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plt.xlabel("False Positive Rate")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plt.ylabel("True Positive Rate")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plt.title("ROC Eğrisi")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plt.legend()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ROC Eğrisi: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FPR vs TPR grafiği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Farklı eşik değerlerindeki performans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Sol üst köşeye yakın → iyi model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AUC (Area Under Curve):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0.5 → Rastgele tahmin (kötü)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0.7-0.8 → Kabul edilebilir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0.8-0.9 → İyi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0.9-1.0 → Mükemmel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Dengeli olmayan verilerde: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Accuracy yerine AUC daha güvenilir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Çapraz Doğrulama (Cross Validation)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from sklearn.model_selection import cross_val_score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5-Fold Cross Validation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model = LogisticRegression()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scores = cross_val_score(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model, X_scaled, y,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cv=5,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scoring="accuracy")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print(f"Skorlar: {scores}")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print(f"Ortalama: {scores.mean():.4f}")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print(f"Std: {scores.std():.4f}")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Farklı metrikler ile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f1_scores = cross_val_score(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model, X_scaled, y,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cv=5, scoring="f1")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Cross Validation Nedir?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Veri k parçaya bölünür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Her parça sırayla test seti olur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Geriye kalan k-1 parça eğitim seti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Neden Kullanılır?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Tek train/test split'e bağımlılığı azaltır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Daha güvenilir performans tahmini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Varyans bilgisi verir (std)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k Değeri: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k=5 veya k=10 yaygın tercih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Küçük veri seti → k artırılır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Kaggle Kültürü ve Yarışmalar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Platform Tanıtımı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Kaggle Nedir?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Dünyanın en büyük veri bilimi platformu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Yarışmalar, veri setleri, notebook'lar, tartışmalar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Google bünyesinde ücretsiz platform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Yarışma Süreci: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1. Veri setini indirin ve anlayın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2. EDA yapın (verinizi tanıyın)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3. Baseline model oluşturun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4. Feature engineering ve model optimizasyonu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5. Submission yapın ve leaderboard'u takip edin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Yarışma Rehberi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Başlangıç Yarışmaları: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Titanic — Sınıflandırma giriş projesi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House Prices — Regresyon giriş projesi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Digit Recognizer — Görüntü sınıflandırma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İpuçları: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Altın madalyalı notebook'ları inceleyin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Discussion sekmesindeki ipuçlarını okuyun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Baseline ile başlayıp iteratif geliştirin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Ensemble yöntemleri ile skor artışı sağlayın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Profil oluşturun: kaggle.com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Model Karşılaştırma Tablosu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from sklearn.linear_model import LogisticRegression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from sklearn.neighbors import KNeighborsClassifier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from sklearn.tree import DecisionTreeClassifier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from sklearn.ensemble import RandomForestClassifier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from sklearn.model_selection import cross_val_score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models = {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"Lojistik Regresyon": LogisticRegression(),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"KNN (k=5)": KNeighborsClassifier(5),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"Karar Ağacı": DecisionTreeClassifier(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    max_depth=5),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"Random Forest": RandomForestClassifier(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    n_estimators=100)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for name, model in models.items():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scores = cross_val_score(model, X, y, cv=5)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print(f"{name}: {scores.mean():.4f}")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Model Seçim Kriterleri: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Performans: Accuracy, F1, AUC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Yorumlanabilirlik: Karar ağacı &gt; KNN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Eğitim süresi: LR hızlı, RF yavaş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Veri boyutu: Büyük veri → RF, küçük → LR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Genel Yaklaşım: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1. Basit model ile başla (LR)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2. Daha karmaşık modelleri dene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3. Cross validation ile karşılaştır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4. En iyi modeli seç ve fine-tune yap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Özet ve Değerlendirme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Temel Çıkarımlar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Sınıflandırma kategorik çıktı tahmin eder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Lojistik regresyon basit ve etkili bir başlangıçtır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KNN mesafe tabanlı, karar ağacı kural tabanlıdır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Confusion matrix ile TP, TN, FP, FN analiz edilir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ROC/AUC dengeli olmayan verilerde güvenilir metriktir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Cross validation model güvenilirliğini artırır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Kaggle öğrenme ve uygulama için en iyi platformdur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Ödev / Uygulama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Kaggle'da hesap oluşturun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Titanic yarışmasına katılın ve ilk submission yapın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En az 3 farklı model eğitip karşılaştırın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Confusion matrix ve ROC eğrisi çıkarın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Cross validation ile en iyi modeli belirleyin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Notebook'unuzu Kaggle'a yükleyip paylaşın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