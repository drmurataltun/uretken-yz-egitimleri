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251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0"/>
            <a:ext cx="45720" cy="51435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48640"/>
            <a:ext cx="2743200" cy="31089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4864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ATÖLYESİ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Video, Avatar ve Animasyon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2743200" cy="4572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889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7 — "Hareketli Görüntünün Çağı"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Sora, Veo, Kling, Runway, HeyGen. Multimodal Gemini ile uzun video özetleme. Senaryodan videoya uçtan uca pipeline.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Murat Altun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5354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Atölyesi · Prompttan Ürüne ·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3200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26480" y="82296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1371600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5270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202996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 Notebook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2578608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73405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26480" y="323697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Ödev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3785616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394106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126480" y="444398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Seti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Haftada Ne Öğreneceğiz?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822960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515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İÇERİK ÜRETİM ATÖLYELERİ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Sora, Veo, Kling, Runway, HeyGen. Multimodal Gemini ile uzun video özetleme. Senaryodan videoya uçtan uca pipeline.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68880"/>
            <a:ext cx="54864" cy="9144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2761488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Konseptler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ana konu, kavram haritası ve etkin örnekler.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46888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468880"/>
            <a:ext cx="54864" cy="9144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2761488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 Pratiği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adım-adım notebook ile uygulamalı çalışma.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520440"/>
            <a:ext cx="54864" cy="914400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813048"/>
            <a:ext cx="329184" cy="329184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Araç Seti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farklı aracın derinlikli kullanımı.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52044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520440"/>
            <a:ext cx="54864" cy="914400"/>
          </a:xfrm>
          <a:prstGeom prst="rect">
            <a:avLst/>
          </a:prstGeom>
          <a:solidFill>
            <a:srgbClr val="3A9E6B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3813048"/>
            <a:ext cx="329184" cy="329184"/>
          </a:xfrm>
          <a:prstGeom prst="ellipse">
            <a:avLst/>
          </a:prstGeom>
          <a:solidFill>
            <a:srgbClr val="3A9E6B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Çıktı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ödev ile somut, paylaşılabilir ürün.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1/3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 2 (OpenAI) — text-to-video, image-to-video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3 (Google) — Gemini Studio ücretsiz katman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Kling, Runway Gen-3, Luma, Pika 2.0, Hailuo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85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2.2 (Alibaba açık kaynak) — lokal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2/3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Avatar: HeyGen (Türkçe), Synthesia, D-ID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Animasyon: Animate Diff, LeiaPix, Genmo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editleme YZ: Descript, CapCut AI, Captions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85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Gemini: uzun videodan özet, soru-cevap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3/3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senaryo → görsel → ses → video → edit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Haftanın Araç Seti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6400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051560"/>
            <a:ext cx="365760" cy="3657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91440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914400"/>
            <a:ext cx="54864" cy="6400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4965192" y="1051560"/>
            <a:ext cx="365760" cy="3657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496519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40680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169164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1691640"/>
            <a:ext cx="54864" cy="6400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1828800"/>
            <a:ext cx="365760" cy="3657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1856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00600" y="169164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691640"/>
            <a:ext cx="54864" cy="6400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5" name="Shape 23"/>
          <p:cNvSpPr/>
          <p:nvPr/>
        </p:nvSpPr>
        <p:spPr>
          <a:xfrm>
            <a:off x="4965192" y="1828800"/>
            <a:ext cx="365760" cy="3657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6" name="Text 24"/>
          <p:cNvSpPr/>
          <p:nvPr/>
        </p:nvSpPr>
        <p:spPr>
          <a:xfrm>
            <a:off x="496519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1856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HeyGen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246888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2468880"/>
            <a:ext cx="54864" cy="6400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" y="2606040"/>
            <a:ext cx="365760" cy="3657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26334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CapCut AI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00600" y="246888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2468880"/>
            <a:ext cx="54864" cy="6400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35" name="Shape 33"/>
          <p:cNvSpPr/>
          <p:nvPr/>
        </p:nvSpPr>
        <p:spPr>
          <a:xfrm>
            <a:off x="4965192" y="2606040"/>
            <a:ext cx="365760" cy="3657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36" name="Text 34"/>
          <p:cNvSpPr/>
          <p:nvPr/>
        </p:nvSpPr>
        <p:spPr>
          <a:xfrm>
            <a:off x="4965192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40680" y="26334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2.2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araçların ücretsiz katmanı atölyede gösterilir. Premium gerekmez.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 Notebook'ları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hafta07_video_arac_kiyasla.ipynb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10332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video aracını aynı promptla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627632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627632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719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hafta07_veo_gemini_studio.ipynb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17465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3 ile ilk video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340864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40864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32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hafta07_heygen_egitim_avatari.ipynb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245973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konuşan avatar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54096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54096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45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hafta07_uzun_video_ozetle.ipynb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31729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ile 1 saatlik dersi 5 paragrafa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767328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767328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58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hafta07_uctan_uca_pipeline.ipynb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3886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Senaryodan videoya tek başına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Pratik Ödevler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7043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ders konusu için 60 saniyelik tanıtım videosu (uçtan uca)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87452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13055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03911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Tarihi/edebi karakteri canlandıran 3 dk avatar dersi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3464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09067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99923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dk öğrenci sunumunu izleyip otomatik geri bildirim raporu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ödev kişisel öğrenme defterine kaydedilir, capstone projesinde tekrar kullanılır.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Kaynaklar ve Referanslar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78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0058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docs/Komuttan Ürüne Üretken YZ.mp4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28016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69164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17830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 — Veo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0574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aistudio.google.com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46888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2560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HeyGen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283464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heygen.com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Hafta 7 · Video, Avatar ve Animasyon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69848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960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 + görsel + ses + video bağımsız üretilip CapCut'ta birleştirilir — pipeline mantığı.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28216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61848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HeyGen, Türkçe avatar için en olgun seçenek; eğitim videolarında öğretmen-süreklilik sağlar.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76856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8658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386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22768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Gemini, 1 saatlik videoyu okuyabilir — ders değerlendirmede güçlü.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2E171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“Hikâye akıyorsa, ürün hazır demektir.”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Veri Bilimi ve Yapay Zekâ Eğitimi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7 — Video, Avatar ve Animasyon</dc:title>
  <dc:subject>PptxGenJS Presentation</dc:subject>
  <dc:creator>Dr. Murat Altun</dc:creator>
  <cp:lastModifiedBy>Dr. Murat Altun</cp:lastModifiedBy>
  <cp:revision>1</cp:revision>
  <dcterms:created xsi:type="dcterms:W3CDTF">2026-05-10T10:37:31Z</dcterms:created>
  <dcterms:modified xsi:type="dcterms:W3CDTF">2026-05-10T10:37:31Z</dcterms:modified>
</cp:coreProperties>
</file>