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B2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4A2518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0"/>
            <a:ext cx="45720" cy="514350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548640"/>
            <a:ext cx="2743200" cy="310896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4864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ÜRETKEN YZ ATÖLYESİ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Ses, TTS ve Müzik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2743200" cy="4572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7889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6 — "Sesi Yarat, Sesi Anla"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Türkçe, OpenAI TTS, Whisper STT, Suno müzik. Voice cloning etiği, NotebookLM Audio Overview, lip sync avatar.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2519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Murat Altun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5354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Üretken YZ Atölyesi · Prompttan Ürüne · 2026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26480" y="3200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126480" y="82296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0" y="1371600"/>
            <a:ext cx="1920240" cy="18288"/>
          </a:xfrm>
          <a:prstGeom prst="rect">
            <a:avLst/>
          </a:prstGeom>
          <a:solidFill>
            <a:srgbClr val="6B3A28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52704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126480" y="202996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Atölye Notebook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0" y="2578608"/>
            <a:ext cx="1920240" cy="18288"/>
          </a:xfrm>
          <a:prstGeom prst="rect">
            <a:avLst/>
          </a:prstGeom>
          <a:solidFill>
            <a:srgbClr val="6B3A28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273405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26480" y="3236976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 Ödev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0" y="3785616"/>
            <a:ext cx="1920240" cy="18288"/>
          </a:xfrm>
          <a:prstGeom prst="rect">
            <a:avLst/>
          </a:prstGeom>
          <a:solidFill>
            <a:srgbClr val="6B3A28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3941064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126480" y="4443984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 Seti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 Haftada Ne Öğreneceğiz?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8229600" cy="54864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515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İÇERİK ÜRETİM ATÖLYELERİ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417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Türkçe, OpenAI TTS, Whisper STT, Suno müzik. Voice cloning etiği, NotebookLM Audio Overview, lip sync avatar.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468880"/>
            <a:ext cx="54864" cy="91440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2761488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606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Konseptler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2926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ana konu, kavram haritası ve etkin örnekler.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246888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468880"/>
            <a:ext cx="54864" cy="91440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0" name="Shape 18"/>
          <p:cNvSpPr/>
          <p:nvPr/>
        </p:nvSpPr>
        <p:spPr>
          <a:xfrm>
            <a:off x="4937760" y="2761488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94960" y="2606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Atölye Pratiği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2926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adım-adım notebook ile uygulamalı çalışma.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52044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520440"/>
            <a:ext cx="54864" cy="914400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813048"/>
            <a:ext cx="329184" cy="329184"/>
          </a:xfrm>
          <a:prstGeom prst="ellipse">
            <a:avLst/>
          </a:prstGeom>
          <a:solidFill>
            <a:srgbClr val="7C5BBF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813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3657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5B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Araç Seti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1560" y="3977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farklı aracın derinlikli kullanımı.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352044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520440"/>
            <a:ext cx="54864" cy="914400"/>
          </a:xfrm>
          <a:prstGeom prst="rect">
            <a:avLst/>
          </a:prstGeom>
          <a:solidFill>
            <a:srgbClr val="3A9E6B"/>
          </a:solidFill>
          <a:ln/>
        </p:spPr>
      </p:sp>
      <p:sp>
        <p:nvSpPr>
          <p:cNvPr id="32" name="Shape 30"/>
          <p:cNvSpPr/>
          <p:nvPr/>
        </p:nvSpPr>
        <p:spPr>
          <a:xfrm>
            <a:off x="4937760" y="3813048"/>
            <a:ext cx="329184" cy="329184"/>
          </a:xfrm>
          <a:prstGeom prst="ellipse">
            <a:avLst/>
          </a:prstGeom>
          <a:solidFill>
            <a:srgbClr val="3A9E6B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3813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94960" y="3657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Çıktı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94960" y="3977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ödev ile somut, paylaşılabilir ürün.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Konular · 1/3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713232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0642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06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evrimi: robotik sesten doğal sese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783080"/>
            <a:ext cx="54864" cy="713232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197510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975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19476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Multilingual v2 — Türkçe ses, klonlama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51760"/>
            <a:ext cx="54864" cy="713232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284378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843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816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TTS (gpt-4o-tts) ve Gemini TTS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520440"/>
            <a:ext cx="54864" cy="713232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371246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712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" y="36850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Speech ve Google Cloud TTS (kurumsal)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Konular · 2/3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713232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0642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06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 Audio Overview — Türkçe podcast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783080"/>
            <a:ext cx="54864" cy="713232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197510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975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19476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(STT): video → transkript → SRT altyazı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51760"/>
            <a:ext cx="54864" cy="713232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284378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843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816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Müzik üretimi: Suno v4, Udio, Riffusion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520440"/>
            <a:ext cx="54864" cy="713232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371246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712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" y="36850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cloning etiği: onay protokolü, KVKK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Konular · 3/3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713232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0642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06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 sync: HeyGen, D-ID, Hedra konuşan avatar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 Haftanın Araç Seti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64008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" y="1051560"/>
            <a:ext cx="365760" cy="36576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0789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91440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914400"/>
            <a:ext cx="54864" cy="64008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5" name="Shape 13"/>
          <p:cNvSpPr/>
          <p:nvPr/>
        </p:nvSpPr>
        <p:spPr>
          <a:xfrm>
            <a:off x="4965192" y="1051560"/>
            <a:ext cx="365760" cy="36576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6" name="Text 14"/>
          <p:cNvSpPr/>
          <p:nvPr/>
        </p:nvSpPr>
        <p:spPr>
          <a:xfrm>
            <a:off x="4965192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40680" y="10789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TTS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169164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1691640"/>
            <a:ext cx="54864" cy="64008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" y="1828800"/>
            <a:ext cx="365760" cy="36576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18562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00600" y="169164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1691640"/>
            <a:ext cx="54864" cy="64008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5" name="Shape 23"/>
          <p:cNvSpPr/>
          <p:nvPr/>
        </p:nvSpPr>
        <p:spPr>
          <a:xfrm>
            <a:off x="4965192" y="1828800"/>
            <a:ext cx="365760" cy="36576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6" name="Text 24"/>
          <p:cNvSpPr/>
          <p:nvPr/>
        </p:nvSpPr>
        <p:spPr>
          <a:xfrm>
            <a:off x="4965192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40680" y="18562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Suno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246888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2468880"/>
            <a:ext cx="54864" cy="64008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30" name="Shape 28"/>
          <p:cNvSpPr/>
          <p:nvPr/>
        </p:nvSpPr>
        <p:spPr>
          <a:xfrm>
            <a:off x="621792" y="2606040"/>
            <a:ext cx="365760" cy="36576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97280" y="26334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araçların ücretsiz katmanı atölyede gösterilir. Premium gerekmez.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Atölye Notebook'ları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hafta06_tts_arac_kiyasla.ipynb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0" y="10332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metin × 5 farklı TTS aracı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627632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627632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7190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hafta06_elevenlabs_atolye.ipynb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0" y="174650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klonlama + Türkçe örnek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340864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340864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4323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hafta06_whisper_transkript.ipynb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0" y="245973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videondan altyazı (Whisper Colab)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054096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054096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1455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hafta06_suno_egitim_jingle.ipynb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0" y="31729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Suno ile sınıf jingle'ı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767328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767328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858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hafta06_voice_clone_etik.ipynb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89120" y="3886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cloning onay protokolü atölyesi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Pratik Ödevler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841248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841248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70432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70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Tanıtım videon için 3 farklı TTS sesiyle dublaj üret, A/B test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874520"/>
            <a:ext cx="8229600" cy="841248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874520"/>
            <a:ext cx="54864" cy="841248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2130552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130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203911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saatlik dersini Whisper ile transkript et, SRT altyazı yap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8229600" cy="841248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834640"/>
            <a:ext cx="54864" cy="841248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090672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090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99923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konuda 3 dakikalık eğitim podcast'i üret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ödev kişisel öğrenme defterine kaydedilir, capstone projesinde tekrar kullanılır.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Kaynaklar ve Referanslar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658368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78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10058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 Türkçe ses örnekleri arşivi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28016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69164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691640"/>
            <a:ext cx="54864" cy="658368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856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178308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Docs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205740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elevenlabs.io/docs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46888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468880"/>
            <a:ext cx="54864" cy="658368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633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25603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Whisper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283464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openai.com/research/whisper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5B2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Hafta 6 · Ses, TTS ve Müzik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286000" cy="36576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069848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069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9601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Multilingual v2, Türkçe TTS'in mevcut altın standardı.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18488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728216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728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161848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free + open-source; uzun videolarda %95+ doğruluk Türkçede.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76856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38658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3865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4128" y="227685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cloning yasal yükümlülük getirir — onay protokolü olmadan klonlama yapma.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251960"/>
            <a:ext cx="9144000" cy="891540"/>
          </a:xfrm>
          <a:prstGeom prst="rect">
            <a:avLst/>
          </a:prstGeom>
          <a:solidFill>
            <a:srgbClr val="2E171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“Ses, anlamın taşıyıcısıdır.”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Murat Altun  ·  Veri Bilimi ve Yapay Zekâ Eğitimi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Hafta 6 — Ses, TTS ve Müzik</dc:title>
  <dc:subject>PptxGenJS Presentation</dc:subject>
  <dc:creator>Dr. Murat Altun</dc:creator>
  <cp:lastModifiedBy>Dr. Murat Altun</cp:lastModifiedBy>
  <cp:revision>1</cp:revision>
  <dcterms:created xsi:type="dcterms:W3CDTF">2026-05-10T10:37:31Z</dcterms:created>
  <dcterms:modified xsi:type="dcterms:W3CDTF">2026-05-10T10:37:31Z</dcterms:modified>
</cp:coreProperties>
</file>