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Üretken YZ'ye Giriş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— "Makine Düşünebilir mi?"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kavramlarından üretken YZ'ye, etik ve KVKK'dan Türkiye perspektifine kadar giriş bölümü.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 · Prompttan Ürüne ·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Notebook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Ödev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785616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941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44439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Seti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Haftada Ne Öğreneceğiz?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TEMELLER VE ASİSTANLAR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kavramlarından üretken YZ'ye, etik ve KVKK'dan Türkiye perspektifine kadar giriş bölümü.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6148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Konseptler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 konu, kavram haritası ve etkin örnekler.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68880"/>
            <a:ext cx="54864" cy="9144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76148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Pratiği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adım-adım notebook ile uygulamalı çalışma.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813048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Araç Seti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farklı aracın derinlikli kullanımı.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20440"/>
            <a:ext cx="54864" cy="91440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813048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Çıktı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ödev ile somut, paylaşılabilir ürün.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1/2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 vs ML vs Üretken YZ — kavram haritası ve görsel sezgi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Tarihçe: Turing → Cahit Arf (1958) → Transformer (2017) → ChatGPT (2022) → Multimodal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ne yapar / ne yapamaz — gerçekçi beklenti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Halüsinasyon, deepfake, telif, bias — Türkiye'den gerçek vakalar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2/2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KVKK, MEB Yapay Zeka Politika Belgesi, AB AI Act özeti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Konya Akıllı Şehir AI stratejisi ve ulusal araç ekosistemi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Topluluklar, kanallar, GitHub/Kaggle/HuggingFace hesapları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Haftanın Araç Seti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1440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5" name="Shape 13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691640"/>
            <a:ext cx="54864" cy="6400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5" name="Shape 23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(önizleme)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araçların ücretsiz katmanı atölyede gösterilir. Premium gerekmez.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Notebook'ları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hafta01_kavram_haritasi.ipynb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YZ-ML-DL-GenAI kavram haritası ve interaktif quiz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27632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hafta01_tarihce_timeline.ipynb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7465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Turing'den 2026'ya görsel zaman çizgisi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40864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hafta01_etik_senaryolar.ipynb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4597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gerçek vaka — sen olsan ne yapardın?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Ödevler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Cahit Arf — "Makine Düşünebilir mi?" makalesini oku, 1 sayfalık Türkçe özet yaz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7452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3055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039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 ve Claude'a aynı 5 soruyu sor; yanıtları tabloya dök, kıyasla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9067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99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ya da Google Docs üzerinde 14 haftalık öğrenme defterini aç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ödev kişisel öğrenme defterine kaydedilir, capstone projesinde tekrar kullanılır.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 ve Referanslar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005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 — YZ Araçları Öğretmen El Kitabı (60 sayfa)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280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github.com/DrMuratAltun/uretken-yz-egitimleri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Cahit Arf — Makine Düşünebilir mi?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560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AI Act Özeti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artificialintelligenceact.eu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1 · Üretken YZ'ye Giriş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= mevcut veriden yeni içerik üreten YZ; sınıflandırıcıdan farklı.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Cahit Arf 1958'de bu soruyu sordu — Türkiye'nin YZ kökü derindir.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ve MEB politikası kapsam dahilinde; etik ve hukuk her hafta gündemde.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“Makine düşünebilir mi? Bu sorunun cevabı, "düşünmek" sözünün anlamına bağlıdır.”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 — Üretken YZ'ye Giriş</dc:title>
  <dc:subject>PptxGenJS Presentation</dc:subject>
  <dc:creator>Dr. Murat Altun</dc:creator>
  <cp:lastModifiedBy>Dr. Murat Altun</cp:lastModifiedBy>
  <cp:revision>1</cp:revision>
  <dcterms:created xsi:type="dcterms:W3CDTF">2026-05-10T10:37:31Z</dcterms:created>
  <dcterms:modified xsi:type="dcterms:W3CDTF">2026-05-10T10:37:31Z</dcterms:modified>
</cp:coreProperties>
</file>