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A2518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0"/>
            <a:ext cx="45720" cy="514350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48640"/>
            <a:ext cx="2743200" cy="31089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4864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 ATÖLYESİ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Mühendisliği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2743200" cy="4572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889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2 — "İyi Prompt = İyi Sonuç"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anatomisi, Few-shot, CoT, yapılandırılmış çıktı ve prompt güvenliği. Türkçe için özel teknikler.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Murat Altun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5354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 Atölyesi · Prompttan Ürüne ·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3200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26480" y="82296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1371600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52704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26480" y="202996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Atölye Notebook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2578608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73405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26480" y="323697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Ödev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3785616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394106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126480" y="444398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Seti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Haftada Ne Öğreneceğiz?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822960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515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TEMELLER VE ASİSTANLAR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anatomisi, Few-shot, CoT, yapılandırılmış çıktı ve prompt güvenliği. Türkçe için özel teknikler.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68880"/>
            <a:ext cx="54864" cy="91440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2761488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Konseptler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ana konu, kavram haritası ve etkin örnekler.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46888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468880"/>
            <a:ext cx="54864" cy="91440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2761488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Atölye Pratiği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adım-adım notebook ile uygulamalı çalışma.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520440"/>
            <a:ext cx="54864" cy="914400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813048"/>
            <a:ext cx="329184" cy="329184"/>
          </a:xfrm>
          <a:prstGeom prst="ellipse">
            <a:avLst/>
          </a:prstGeom>
          <a:solidFill>
            <a:srgbClr val="7C5BBF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Araç Seti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farklı aracın derinlikli kullanımı.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52044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520440"/>
            <a:ext cx="54864" cy="914400"/>
          </a:xfrm>
          <a:prstGeom prst="rect">
            <a:avLst/>
          </a:prstGeom>
          <a:solidFill>
            <a:srgbClr val="3A9E6B"/>
          </a:solidFill>
          <a:ln/>
        </p:spPr>
      </p:sp>
      <p:sp>
        <p:nvSpPr>
          <p:cNvPr id="32" name="Shape 30"/>
          <p:cNvSpPr/>
          <p:nvPr/>
        </p:nvSpPr>
        <p:spPr>
          <a:xfrm>
            <a:off x="4937760" y="3813048"/>
            <a:ext cx="329184" cy="329184"/>
          </a:xfrm>
          <a:prstGeom prst="ellipse">
            <a:avLst/>
          </a:prstGeom>
          <a:solidFill>
            <a:srgbClr val="3A9E6B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Çıktı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ödev ile somut, paylaşılabilir ürün.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1/2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anatomisi: Rol + Bağlam + Görev + Kısıt + Format + Örnek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Zero-shot, One-shot, Few-shot — ne zaman hangisi?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84378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(adım adım düşündürme), "önce planla, sonra yaz"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54864" cy="71323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71246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685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Yapılandırılmış çıktı: tablo, JSON, markdown, listeleme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2/2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için özel teknikler: dil kilidi, kalıp ifadeler, ölçek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zincirleri: 1. taslak → 2. eleştir → 3. düzelt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84378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enjeksiyonu, jailbreak ve güvenli prompt tasarımı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54864" cy="71323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71246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685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kütüphanesi tutmak: Notion, GitHub, Gem, Project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Haftanın Araç Seti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64008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1051560"/>
            <a:ext cx="365760" cy="3657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078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91440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914400"/>
            <a:ext cx="54864" cy="64008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5" name="Shape 13"/>
          <p:cNvSpPr/>
          <p:nvPr/>
        </p:nvSpPr>
        <p:spPr>
          <a:xfrm>
            <a:off x="4965192" y="1051560"/>
            <a:ext cx="365760" cy="3657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6" name="Text 14"/>
          <p:cNvSpPr/>
          <p:nvPr/>
        </p:nvSpPr>
        <p:spPr>
          <a:xfrm>
            <a:off x="4965192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40680" y="1078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Studio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169164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1691640"/>
            <a:ext cx="54864" cy="64008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" y="1828800"/>
            <a:ext cx="365760" cy="3657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1856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00600" y="169164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1691640"/>
            <a:ext cx="54864" cy="64008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5" name="Shape 23"/>
          <p:cNvSpPr/>
          <p:nvPr/>
        </p:nvSpPr>
        <p:spPr>
          <a:xfrm>
            <a:off x="4965192" y="1828800"/>
            <a:ext cx="365760" cy="3657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6" name="Text 24"/>
          <p:cNvSpPr/>
          <p:nvPr/>
        </p:nvSpPr>
        <p:spPr>
          <a:xfrm>
            <a:off x="496519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1856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araçların ücretsiz katmanı atölyede gösterilir. Premium gerekmez.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Atölye Notebook'ları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hafta02_prompt_anatomi.ipynb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10332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 yana 10 örnek prompt çözümlemesi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627632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627632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719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hafta02_few_shot_atolye.ipynb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17465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Duygu analizi, sınıflandırma — zero/one/few-shot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340864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40864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432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hafta02_cot_matematik_mantik.ipynb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245973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ile 5 mantık bulmacası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054096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54096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45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hafta02_yapilandirilmis_cikti.ipynb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31729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tablo, markdown şablonları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767328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767328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858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hafta02_prompt_kutuphanesi_sablon.ipynb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0" y="3886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/ Obsidian prompt kütüphanesi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Pratik Ödevler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7043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70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görev için 5 farklı prompt versiyonu yaz, sonuçları rubrik ile puanla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87452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13055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03911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mesleğine yönelik 10 prompt'tan oluşan "Altın Prompt Kütüphanesi" hazırla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3464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09067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99923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öğrenci/çalışan ödev değerlendirme prompt'u tasarla (rubrik + örnek + JSON)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ödev kişisel öğrenme defterine kaydedilir, capstone projesinde tekrar kullanılır.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Kaynaklar ve Referanslar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78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10058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docs/Prompt yazma.docx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28016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69164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856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17830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Prompt Engineering Guide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0574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docs.anthropic.com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46888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33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25603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Prompting (TR)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283464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learnprompting.org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Hafta 2 · Prompt Mühendisliği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69848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69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960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 prompt 6 unsurun (rol, bağlam, görev, kısıt, format, örnek) bilinçli kombinasyonudur.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728216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728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161848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örnekler %80 hatayı çözer; CoT karmaşık akıl yürütme için olmazsa olmaz.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76856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38658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386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22768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güvenliği bir mühendislik disiplini — enjeksiyon savunması başından planlanır.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2E171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“Doğru soru, doğru cevabın yarısıdır.”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Veri Bilimi ve Yapay Zekâ Eğitimi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2 — Prompt Mühendisliği</dc:title>
  <dc:subject>PptxGenJS Presentation</dc:subject>
  <dc:creator>Dr. Murat Altun</dc:creator>
  <cp:lastModifiedBy>Dr. Murat Altun</cp:lastModifiedBy>
  <cp:revision>1</cp:revision>
  <dcterms:created xsi:type="dcterms:W3CDTF">2026-05-10T10:37:31Z</dcterms:created>
  <dcterms:modified xsi:type="dcterms:W3CDTF">2026-05-10T10:37:31Z</dcterms:modified>
</cp:coreProperties>
</file>