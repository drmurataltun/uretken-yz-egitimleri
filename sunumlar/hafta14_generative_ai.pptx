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Üretken Yapay Zekâ (Generative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LLM’ler, Prompt Engineering, RAG ve Gemini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ECS Veri Bilimi ve YZ Uzmanlığı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LLM Nedir? (Large Language Models)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Büyük Dil Modelleri: Milyarlarca parametre ile eğitilmiş sinir ağları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Metin üretme, anlama, çeviri, kod yazma gibi görevler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Eğitim verisi: İnternet’teki metinlerin büyük kısmı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Self-supervised learning: Bir sonraki kelimeyi tahmin etme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Önemli LLM’ler: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GPT-4o / GPT-4.1 (OpenAI): Çok modlu, güçlü muhakeme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Gemini 2.5 (Google): Flash ve Pro versiyonları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Claude 4 (Anthropic): Uzun bağlam, güvenli tasarım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LLaMA 4 (Meta): Açık kaynak, özelleştirilebilir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Mistral (Mistral AI): Verimli, Avrupa menşeli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Transformer Mimarisi ve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Transformer (2017, Vaswani et al.): "Attention Is All You Need"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Encoder-Decoder yapısı (BERT: encoder, GPT: decoder)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Self-Attention mekanizması: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Her kelime, diğer tüm kelimelere "dikkat" eder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Query (Q), Key (K), Value (V) matrisleri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Attention(Q,K,V) = softmax(QK^T / √d) ×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Multi-Head Attention: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Birden fazla attention başlığı paralel çalışır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Farklı ilişki türlerini yakalar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Positional Encoding: Kelime sırası bilgisi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Feed-Forward katmanları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Layer Normalization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Neden devrimsel? RNN/LSTM’lerin sıralı bağımlılığını ortadan kaldırdı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Prompt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Zero-shot: Örnek vermeden doğrudan görev tanımı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"Bu metnin duygusunu analiz et: ..."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Few-shot: Birkaç örnek vererek yönlendirme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"Örnek 1: 'Harika' → Pozitif"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"Örnek 2: 'Kötü' → Negatif"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"'Mükemmel' → 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Chain-of-Thought (CoT): Adım adım düşünme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"Adım adım düşünerek çöz..."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Karmaşık muhakeme görevlerinde başarıyı artırır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Prompt tasarım ilkeleri: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Açık ve spesifik ol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Rol ver ("Sen bir veri bilimcisin")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Çıktı formatını belirt (JSON, tablo, liste)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Kısıtlamaları belirt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Google Gemini API Kullanımı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Kurulum: pip install google-generativeai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API anahtarı: Google AI Studio’dan alınır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Temel kullanım: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import google.generativeai as genai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genai.configure(api_key='API_KEY')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model = genai.GenerativeModel('gemini-2.5-flash')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response = model.generate_content('Merhaba!')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print(response.text)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Çok turlu sohbet: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chat = model.start_chat()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r1 = chat.send_message('Python nedir?')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r2 = chat.send_message('Örnek kod yaz')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Parametreler: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temperature: Yaratıcılık (0=deterministik, 1=çeşitli)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max_output_tokens: Maksimum çıktı uzunluğu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top_p, top_k: Örnekleme stratejisi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Prompt ve 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System Prompt: Modelin davranışını belirleyen talimat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Model’e rol ve kişilik kazandırma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Örnek: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model = genai.GenerativeModel(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'gemini-2.5-flash',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system_instruction='Sen bir Türkçe dil uzmanısın.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Her soruya akademik ve detaylı cevap ver.'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Persona tasarım kuralları: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Net bir rol tanımı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Davranış kısıtlamaları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Çıktı stili yönergesi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Bilmediği konularda "bilmiyorum" demesi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Güvenlik: Zararlı içerik üretimini engelleme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Tutarlılık: Tüm yanıtlarda aynı karakterde kalma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Yapısal Çıktı (JSON Mode)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LLM’den yapılandırılmış veri almak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JSON formatında çıktı isteme: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prompt = '''Aşağıdaki metinden bilgileri çıkar.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JSON formatında döndür: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{"isim": "", "yaş": "", "şehir": ""}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Metin: Ahmet 30 yaşında, İstanbul’da yaşıyor.'''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Gemini ile yapısal çıktı: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response_schema ile JSON Schema tanımla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generation_config=genai.GenerationConfig(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response_mime_type='application/json',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response_schema={...}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Kullanım alanları: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API entegrasyonu, veri çıkarma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Form doldurma, tablo oluşturma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RAG: Retrieval-Augmented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Problem: LLM’lerin bilgisi eğitim tarihiyle sınırlı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RAG çözümü: Dış bilgi kaynağından bilgi çekip modele ver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RAG adımları: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Belgeleri parçala (chunking)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Her parçayı embedding’e dönüştür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Vektör veritabanına kaydet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Kullanıcı sorusu → embedding → benzer parçaları bul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5. Bulunan parçaları prompt’a ekle → LLM’e gönder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RAG’ın avantajları: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Güncel bilgiye erişim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Halüsinasyon azaltma (kaynak gösterme)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Özel/kurumsal bilgi kullanımı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Model yeniden eğitim gerektirmez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Kullanım senaryoları: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Şirket içi doküman soru-cevap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Ders notu asistanı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Müşteri destek botu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Embedding ve Vektör Veritabanı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Embedding: Metin → sayısal vektör dönüşümü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Benzer anlamlı metinler yakın vektörler üretir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Gemini Embedding: models/text-embedding-004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Vektör benzerliği: Cosine Similarity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cos(A,B) = (A·B) / (|A|×|B|)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1.0 = aynı yön, 0 = ilişkisiz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Vektör veritabanları: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ChromaDB: Hafif, lokal, Python-dostu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Pinecone: Bulut tabanlı, ölçeklenebilir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Weaviate: Açık kaynak, GraphQL API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pgvector: PostgreSQL eklentisi (Supabase!)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Basit RAG örneği: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ChromaDB + Gemini Embedding + Gemini Flash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3000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LLM’ler milyarlarca parametre ile eğitilmiş güçlü dil modelleridir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Transformer mimarisi, attention mekanizması ile NLP’de devrim yarattı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Prompt Engineering: Zero-shot, few-shot ve chain-of-thought teknikleri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Gemini API ile Python’da kolayca metin üretimi yapılabilir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System prompt ile modele rol ve davranış kuralları verilir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JSON mode ile yapılandırılmış çıktı alınabilir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RAG, dış bilgi kaynaklarını LLM ile birleştiren güçlü bir mimaridir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Vektör veritabanları (ChromaDB, pgvector) RAG’ın temelini oluşturur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Gelecek hafta: AI Etiği ve Capstone Projeler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