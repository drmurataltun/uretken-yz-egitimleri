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İstatistik ve A/B Testi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59E0B"/>
                </a:solidFill>
              </a:defRPr>
            </a:pPr>
            <a:r>
              <a:t>Hipotez Testleri, T-Test, ANOVA ve Güven Aralıkları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931920"/>
            <a:ext cx="213329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EC0"/>
                </a:solidFill>
              </a:defRPr>
            </a:pPr>
            <a:r>
              <a:t>ECS Veri Bilimi ve YZ Uzmanlığı — Hafta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Tanımlayıcı İstatistik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Merkezi Eğilim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Merkezi Eğilim Ölçüleri: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Ortalama (Mean): Tüm değerlerin toplamı / 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Medyan (Median): Ortadaki değer (sıralı dizide)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Mod (Mode): En sık tekrarlanan değer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Ne Zaman Hangisi?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dağılım → Ortalama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Çarpık dağılım → Medyan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Kategorik veri → Mod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Yayılım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Yayılım Ölçüleri: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Aralık (Range): Max - Min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Varyans: Sapmaların karelerinin ortalaması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Standart Sapma: Varyansın karekökü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IQR: Q3 - Q1 (çeyrekler arası aralık)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Python ile: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df['sütun'].mean() / .median() / .mode()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df['sütun'].std() / .var()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df['sütun'].quantile([0.25, 0.5, 0.75])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Normal Dağılım (Gaussian)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Teori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Özellikleri: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Çan eğrisi şeklinde simetrik dağılım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Ortalama = Medyan = Mod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%68.2 veri → ±1 standart sapma içinde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%95.4 veri → ±2 standart sapma içinde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%99.7 veri → ±3 standart sapma içinde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Önemi: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Birçok istatistiksel testin varsayımı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Doğadaki birçok olgu normal dağılır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Normallik Testi (Python):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scipy import stats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# Shapiro-Wilk testi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stat, p = stats.shapiro(veri)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# p &gt; 0.05 → Normal dağılım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# Görsel kontrol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sns.histplot(veri, kde=True)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stats.probplot(veri, plot=plt)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Normal Değilse: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Log dönüşümü: np.log(veri)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Non-parametrik testler kullan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Hipotez Testi Kavramı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H0 ve H1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H0 (Sıfır Hipotezi):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Gruplar arasında anlamlı fark YOKTUR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Varsayılan durum, 'mevcut durum'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H1 (Alternatif Hipotez):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Gruplar arasında anlamlı fark VARDIR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Kanıtlamak istediğimiz iddia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Karar Kuralı: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p-value &lt; α (0.05) → H0 reddedilir → Fark anlamlı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p-value ≥ α (0.05) → H0 reddedilemez → Fark anlamsız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p-value ve Hatalar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p-value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H0 doğruyken gözlenen sonucun olasılığı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Ne kadar küçükse, fark o kadar anlamlı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Anlamlılık Düzeyi (α):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Genellikle 0.05 (%5) kullanılır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Tıbbi çalışmalarda 0.01 tercih edilir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Hatalar: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Tip I Hata: H0 doğru ama reddettik (α)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Tip II Hata: H0 yanlış ama reddedemedik (β)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T-Test: İki Grubun Karşılaştırılması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scipy import stats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Bağımsız iki örneklem t-testi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Örnek: Erkek ve kadın maaşları farklı mı?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erkek_maas = df[df["cinsiyet"]=="E"]["maaş"]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kadin_maas = df[df["cinsiyet"]=="K"]["maaş"]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t_stat, p_value = stats.ttest_ind(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erkek_maas, kadin_maas)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print(f"t-istatistiği: {t_stat:.4f}")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print(f"p-değeri: {p_value:.4f}")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if p_value &lt; 0.05: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print("Fark istatistiksel olarak anlamlı")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print("Anlamlı fark bulunamadı")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T-Test Türleri: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1. Tek örneklem t-testi: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Örneklem ort. = bilinen değer mi?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stats.ttest_1samp(veri, beklenen)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2. Bağımsız iki örneklem t-testi: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İki farklı grubun karşılaştırması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stats.ttest_ind(grup1, grup2)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3. Eşleştirilmiş t-testi: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Aynı grubun önce-sonra karşılaştırması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stats.ttest_rel(once, sonra)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ANOVA: Birden Fazla Grubun Karşılaştırılması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scipy import stats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Tek yönlü ANOVA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3 farklı bölümün not ortalamaları farklı mı?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bilgisayar = df[df["bölüm"]=="Bilgisayar"]["not"]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elektrik = df[df["bölüm"]=="Elektrik"]["not"]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makine = df[df["bölüm"]=="Makine"]["not"]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f_stat, p_value = stats.f_oneway(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bilgisayar, elektrik, makine)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print(f"F-istatistiği: {f_stat:.4f}")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print(f"p-değeri: {p_value:.4f}")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Post-hoc test (hangi gruplar farklı?)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from scikit_posthocs import posthoc_tukey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ANOVA Nedir?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Analysis of Variance (Varyans Analizi)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3+ grubun ortalamaları karşılaştırılır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Varsayımlar: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Normal dağılım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Homojen varyanslar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Bağımsız gözlemler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Sonuç Anlamlıysa: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Post-hoc testler ile hangi çiftlerin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farklı olduğu belirlenir (Tukey HSD)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Ki-Kare (Chi-Square) Testi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scipy.stats import chi2_contingency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Çapraz tablo oluşturma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cross_tab = pd.crosstab(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df["cinsiyet"], df["hayatta_kaldi"])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print(cross_tab)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             0    1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cinsiyet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Erkek     468  109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Kadın      81  233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Ki-kare testi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chi2, p, dof, expected = chi2_contingency(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cross_tab)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print(f"Chi2: {chi2:.2f}, p: {p:.6f}")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Ki-Kare Testi Ne İçin?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İki kategorik değişken arasındaki ilişki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Gözlenen vs beklenen frekansları karşılaştırır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Örnek Sorular: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Cinsiyet ile hayatta kalma ilişkili mi?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Eğitim seviyesi ile gelir grubu bağımlı mı?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Tedavi türü ile iyileşme oranı ilişkili mi?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Sonuç: p &lt; 0.05 → Değişkenler bağımlı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     p ≥ 0.05 → Değişkenler bağımsız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A/B Testi Metodolojisi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Metodoloji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A/B Testi Nedir?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Kontrollü deney ile iki seçenek karşılaştırması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Web sitesi, uygulama, pazarlama kararlarında kullanılır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Süreç: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1. Hipotez belirleme (H0 / H1)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2. Metrik seçimi (dönüşüm oranı, gelir vb.)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3. Örneklem büyüklüğü hesaplama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4. Trafik bölme (A: kontrol, B: test)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5. Veri toplama (yeterli süre bekleme)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6. İstatistiksel test uygulama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7. Karar verme ve raporlama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Örnek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Gerçek Dünya Örneği: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Web Sitesi Buton Rengi Testi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Kontrol (A): Mavi buton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Test (B): Yeşil buton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Metrik: Tıklama oranı (CTR)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Grup A: 1000 ziyaretçi → 120 tıklama (%12)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Grup B: 1000 ziyaretçi → 145 tıklama (%14.5)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p-value = 0.032 &lt; 0.05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→ Yeşil buton anlamlı derecede daha iyi!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Güven Aralıkları (Confidence Intervals)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943600" cy="5029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import numpy as np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from scipy import stats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%95 güven aralığı hesaplama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veri = df["maaş"].dropna()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n = len(veri)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ortalama = veri.mean()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std_hata = stats.sem(veri)  # Standart hata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# t-dağılımı ile güven aralığı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ci = stats.t.interval(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confidence=0.95,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df=n-1,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loc=ortalama,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    scale=std_hata)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print(f"Ortalama: {ortalama:.0f}")</a:t>
            </a:r>
          </a:p>
          <a:p>
            <a:pPr>
              <a:spcAft>
                <a:spcPts val="200"/>
              </a:spcAft>
              <a:defRPr sz="1300">
                <a:solidFill>
                  <a:srgbClr val="7EE787"/>
                </a:solidFill>
                <a:latin typeface="Courier New"/>
              </a:defRPr>
            </a:pPr>
            <a:r>
              <a:t>print(f"%95 GA: [{ci[0]:.0f}, {ci[1]:.0f}]")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280160"/>
            <a:ext cx="502920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</a:defRPr>
            </a:pPr>
            <a:r>
              <a:t>Açıklama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Güven Aralığı Nedir?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Popülasyon parametresinin olası aralığı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%95 GA: 100 örneklemden 95'inde gerçek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değer bu aralıkta olacaktır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Aralığı Etkileyen Faktörler: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Örneklem büyüklüğü ↑ → Aralık daralır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Güven düzeyi ↑ → Aralık genişler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Standart sapma ↑ → Aralık genişler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Kullanım: A/B testi sonuçlarını raporlarken</a:t>
            </a:r>
          </a:p>
          <a:p>
            <a:pPr>
              <a:spcAft>
                <a:spcPts val="800"/>
              </a:spcAft>
              <a:defRPr sz="1300">
                <a:solidFill>
                  <a:srgbClr val="E2E8F0"/>
                </a:solidFill>
              </a:defRPr>
            </a:pPr>
            <a:r>
              <a:t>  etki büyüklüğünün belirsizliğini gösterir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Hangi Testi Kullanmalıyım?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Parametrik Testler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2 grup + sayısal veri: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→ Bağımsız t-test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değil → Mann-Whitney 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3+ grup + sayısal veri: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→ Tek yönlü ANOVA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değil → Kruskal-Wallis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Önce-sonra karşılaştırması: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→ Eşleştirilmiş t-test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değil → Wilcoxon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Non-Parametrik ve Diğer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2 kategorik değişken: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Ki-kare (Chi-square) testi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Korelasyon (iki sayısal):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→ Pearson korelasyon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Normal değil → Spearman korelasyon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Oranlar karşılaştırması: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Z-test for proportions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İlk adım her zaman: Normallik testi!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Shapiro-Wilk veya görsel kontrol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Değerlendirme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Temel Çıkarımlar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Tanımlayıcı istatistik verinin genel resmini çizer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Normal dağılım birçok testin temel varsayımıdır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p-value &lt; 0.05 → istatistiksel anlamlılık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T-test iki grup, ANOVA üç+ grup karşılaştırır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Ki-kare kategorik değişkenler arasındaki ilişkiyi test eder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A/B testi veri odaklı karar vermenin temelidir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Güven aralıkları sonuçların belirsizliğini gösterir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</a:defRPr>
            </a:pPr>
            <a:r>
              <a:t>Ödev / Uygulama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scipy.stats ile en az 3 farklı test uygulayın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Titanic verisinde cinsiyet-hayatta kalma ki-kare testi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Sınıf bazında ücret karşılaştırması (ANOVA)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Kendi A/B testi senaryonuzu oluşturup analiz edin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</a:defRPr>
            </a:pPr>
            <a:r>
              <a:t>Normallik testi yaparak uygun testi seçin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